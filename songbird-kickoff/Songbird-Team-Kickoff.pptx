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24F13-65EE-45A4-A4E0-FBE9E8538B19}" type="datetimeFigureOut">
              <a:rPr lang="en-US" smtClean="0"/>
              <a:t>9/14/2026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757B82-DB9C-45B9-9458-8B0BA6D29A80}" type="slidenum">
              <a:rPr lang="en-US" smtClean="0"/>
              <a:t>‹#›</a:t>
            </a:fld>
            <a:endParaRPr lang="en-US"/>
          </a:p>
        </p:txBody>
      </p:sp>
    </p:spTree>
    <p:extLst>
      <p:ext uri="{BB962C8B-B14F-4D97-AF65-F5344CB8AC3E}">
        <p14:creationId xmlns:p14="http://schemas.microsoft.com/office/powerpoint/2010/main" val="4056349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Songbird is a platform for songwriters to build songs and learn the basic music theory they need for the majority of popular-music writing. The learning happens while making musical decisions, not as a prerequisite course.</a:t>
            </a:r>
          </a:p>
          <a:p>
            <a:endParaRPr lang="en-US"/>
          </a:p>
          <a:p>
            <a:r>
              <a:rPr lang="en-US"/>
              <a:t>The vision is broader than the first feature. Our initial build centers on the Harmonizer. A basic Chord Workshop is also part of the demo: it lets users set and audition the progression used by the Harmonizer. Chord discovery, song structures, contextual explanations, and guitar or piano voicings describe the wider tool vision.</a:t>
            </a:r>
          </a:p>
          <a:p>
            <a:endParaRPr lang="en-US"/>
          </a:p>
          <a:p>
            <a:r>
              <a:rPr lang="en-US"/>
              <a:t>We are not claiming that popular music is simple, that every song follows the same rules, or that one algorithm supplies the right answer. We help the writer hear alternatives, understand enough to choose, and retain authorship.</a:t>
            </a:r>
          </a:p>
          <a:p>
            <a:endParaRPr lang="en-US"/>
          </a:p>
          <a:p>
            <a:r>
              <a:rPr lang="en-US"/>
              <a:t>A short voice memo can be the starting point. Knowing the key, choosing chords, and setting a tempo are not prerequisites for bringing an idea to Songbird. The platform helps the songwriter work those things out while developing the song.</a:t>
            </a:r>
          </a:p>
          <a:p>
            <a:endParaRPr lang="en-US"/>
          </a:p>
          <a:p>
            <a:r>
              <a:rPr lang="en-US"/>
              <a:t>This seven-slide deck explains the product vision, one example journey, and the two connected tools. It describes the intended experience, not completed functionality.</a:t>
            </a:r>
          </a:p>
        </p:txBody>
      </p:sp>
      <p:sp>
        <p:nvSpPr>
          <p:cNvPr id="4" name="Slide Number Placeholder 3"/>
          <p:cNvSpPr>
            <a:spLocks noGrp="1"/>
          </p:cNvSpPr>
          <p:nvPr>
            <p:ph type="sldNum" sz="quarter" idx="5"/>
          </p:nvPr>
        </p:nvSpPr>
        <p:spPr/>
        <p:txBody>
          <a:bodyPr/>
          <a:lstStyle/>
          <a:p>
            <a:fld id="{A5757B82-DB9C-45B9-9458-8B0BA6D29A80}" type="slidenum">
              <a:rPr lang="en-US" smtClean="0"/>
              <a:t>1</a:t>
            </a:fld>
            <a:endParaRPr lang="en-US"/>
          </a:p>
        </p:txBody>
      </p:sp>
    </p:spTree>
    <p:extLst>
      <p:ext uri="{BB962C8B-B14F-4D97-AF65-F5344CB8AC3E}">
        <p14:creationId xmlns:p14="http://schemas.microsoft.com/office/powerpoint/2010/main" val="371147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Songbird helps everyday songwriters turn an unfinished musical idea into a song they can play or sing, while learning the basic music theory that makes those decisions easier.</a:t>
            </a:r>
          </a:p>
          <a:p>
            <a:endParaRPr lang="en-US"/>
          </a:p>
          <a:p>
            <a:r>
              <a:rPr lang="en-US"/>
              <a:t>The platform connects melody development, chord choices, simple verse and chorus structures, playable guitar or piano voicings, and vocal harmony. These are parts of the same song, not unrelated calculators. The harmonizer is the initial build priority within that larger vision.</a:t>
            </a:r>
          </a:p>
          <a:p>
            <a:endParaRPr lang="en-US"/>
          </a:p>
          <a:p>
            <a:r>
              <a:rPr lang="en-US"/>
              <a:t>Users do not need notation skills, a known key, an existing chord progression, or advanced theory vocabulary. They may start with a hummed tune, a voice memo, or chords they already like.</a:t>
            </a:r>
          </a:p>
          <a:p>
            <a:endParaRPr lang="en-US"/>
          </a:p>
          <a:p>
            <a:r>
              <a:rPr lang="en-US"/>
              <a:t>Learning is practical and tied to the user's music: hear alternatives, see why a choice can work, and keep or change it. We are helping people write popular music, not building a complex composition suite or requiring a theory course. The songwriter remains the author; Songbird does not promise to turn any clip into a finished recording automatically.</a:t>
            </a:r>
          </a:p>
        </p:txBody>
      </p:sp>
      <p:sp>
        <p:nvSpPr>
          <p:cNvPr id="4" name="Slide Number Placeholder 3"/>
          <p:cNvSpPr>
            <a:spLocks noGrp="1"/>
          </p:cNvSpPr>
          <p:nvPr>
            <p:ph type="sldNum" sz="quarter" idx="5"/>
          </p:nvPr>
        </p:nvSpPr>
        <p:spPr/>
        <p:txBody>
          <a:bodyPr/>
          <a:lstStyle/>
          <a:p>
            <a:fld id="{A5757B82-DB9C-45B9-9458-8B0BA6D29A80}" type="slidenum">
              <a:rPr lang="en-US" smtClean="0"/>
              <a:t>2</a:t>
            </a:fld>
            <a:endParaRPr lang="en-US"/>
          </a:p>
        </p:txBody>
      </p:sp>
    </p:spTree>
    <p:extLst>
      <p:ext uri="{BB962C8B-B14F-4D97-AF65-F5344CB8AC3E}">
        <p14:creationId xmlns:p14="http://schemas.microsoft.com/office/powerpoint/2010/main" val="246563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Imagine a tune coming to mind on the commute. Capture it when it is safe to do so, then bring that voice memo to Songbird later. Recording directly into Songbird is another starting point.</a:t>
            </a:r>
          </a:p>
          <a:p>
            <a:endParaRPr lang="en-US"/>
          </a:p>
          <a:p>
            <a:r>
              <a:rPr lang="en-US"/>
              <a:t>The user does not have to supply a key, chords, or tempo before importing the idea. Songbird turns the melody into editable notes and helps them explore possible musical contexts. A short melody may fit several keys and progressions, so present candidates to audition rather than claim there is one uniquely correct key.</a:t>
            </a:r>
          </a:p>
          <a:p>
            <a:endParaRPr lang="en-US"/>
          </a:p>
          <a:p>
            <a:r>
              <a:rPr lang="en-US"/>
              <a:t>The Chord Workshop helps build the backing: try chords against the melody, find guitar or piano voicings, and develop verse and chorus ideas. The Harmonizer then helps explore additional vocal parts. Tempo, timing, key, and chord choices become shared song context as the user works; they are not an upfront form that blocks capture.</a:t>
            </a:r>
          </a:p>
          <a:p>
            <a:endParaRPr lang="en-US"/>
          </a:p>
          <a:p>
            <a:r>
              <a:rPr lang="en-US"/>
              <a:t>This is one possible journey, not a required wizard. Someone who already has chords, knows the key, or only wants a harmony can enter with that context. The tools share choices without requiring the user to re-enter them.</a:t>
            </a:r>
          </a:p>
          <a:p>
            <a:endParaRPr lang="en-US"/>
          </a:p>
          <a:p>
            <a:r>
              <a:rPr lang="en-US"/>
              <a:t>The destination is a song the user develops and performs, not an automatically finished song generated from a hum. The songwriter still chooses the direction, writes any lyrics, and makes the final recording.</a:t>
            </a:r>
          </a:p>
        </p:txBody>
      </p:sp>
      <p:sp>
        <p:nvSpPr>
          <p:cNvPr id="4" name="Slide Number Placeholder 3"/>
          <p:cNvSpPr>
            <a:spLocks noGrp="1"/>
          </p:cNvSpPr>
          <p:nvPr>
            <p:ph type="sldNum" sz="quarter" idx="5"/>
          </p:nvPr>
        </p:nvSpPr>
        <p:spPr/>
        <p:txBody>
          <a:bodyPr/>
          <a:lstStyle/>
          <a:p>
            <a:fld id="{A5757B82-DB9C-45B9-9458-8B0BA6D29A80}" type="slidenum">
              <a:rPr lang="en-US" smtClean="0"/>
              <a:t>3</a:t>
            </a:fld>
            <a:endParaRPr lang="en-US"/>
          </a:p>
        </p:txBody>
      </p:sp>
    </p:spTree>
    <p:extLst>
      <p:ext uri="{BB962C8B-B14F-4D97-AF65-F5344CB8AC3E}">
        <p14:creationId xmlns:p14="http://schemas.microsoft.com/office/powerpoint/2010/main" val="3010561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Harmonizer is the main initial build target. Its specific job is to suggest additional singable parts around an existing lead, not to replace the lead or write the entire song.</a:t>
            </a:r>
          </a:p>
          <a:p>
            <a:endParaRPr lang="en-US"/>
          </a:p>
          <a:p>
            <a:r>
              <a:rPr lang="en-US"/>
              <a:t>It uses the captured or imported melody plus the key, timing, and chord choices developed in the song. Those choices may come from the Chord Workshop or from information the user already knows; they are not prerequisites for uploading the first voice memo.</a:t>
            </a:r>
          </a:p>
          <a:p>
            <a:endParaRPr lang="en-US"/>
          </a:p>
          <a:p>
            <a:r>
              <a:rPr lang="en-US"/>
              <a:t>The target is one to four ADDED harmony lines: up to five total voices including the original lead. The first arrangements share the lead's rhythm. Users can choose musical context, voice ranges, and arrangement preferences, then move notes to find a sound they want. The original lead and protected edits should remain intact.</a:t>
            </a:r>
          </a:p>
          <a:p>
            <a:endParaRPr lang="en-US"/>
          </a:p>
          <a:p>
            <a:r>
              <a:rPr lang="en-US"/>
              <a:t>Audition the parts with piano playback and backing chords. Solo and rehearse a line, slow it down when useful, and export separate MIDI parts or piano-guide WAV files for recording. These are guides, not synthesized sung vocals. The songwriter performs the final vocal.</a:t>
            </a:r>
          </a:p>
        </p:txBody>
      </p:sp>
      <p:sp>
        <p:nvSpPr>
          <p:cNvPr id="4" name="Slide Number Placeholder 3"/>
          <p:cNvSpPr>
            <a:spLocks noGrp="1"/>
          </p:cNvSpPr>
          <p:nvPr>
            <p:ph type="sldNum" sz="quarter" idx="5"/>
          </p:nvPr>
        </p:nvSpPr>
        <p:spPr/>
        <p:txBody>
          <a:bodyPr/>
          <a:lstStyle/>
          <a:p>
            <a:fld id="{A5757B82-DB9C-45B9-9458-8B0BA6D29A80}" type="slidenum">
              <a:rPr lang="en-US" smtClean="0"/>
              <a:t>4</a:t>
            </a:fld>
            <a:endParaRPr lang="en-US"/>
          </a:p>
        </p:txBody>
      </p:sp>
    </p:spTree>
    <p:extLst>
      <p:ext uri="{BB962C8B-B14F-4D97-AF65-F5344CB8AC3E}">
        <p14:creationId xmlns:p14="http://schemas.microsoft.com/office/powerpoint/2010/main" val="2007913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simplified, fully editable PowerPoint diagram of the intended workspace. It is not a screenshot of a finished product and the note blocks are illustrative.</a:t>
            </a:r>
          </a:p>
          <a:p>
            <a:endParaRPr lang="en-US"/>
          </a:p>
          <a:p>
            <a:r>
              <a:rPr lang="en-US"/>
              <a:t>The original lead and four added harmonies are separate voices. A piano roll is the first editor, not an engraved score. The original melody remains distinct and is not overwritten when harmonies are regenerated.</a:t>
            </a:r>
          </a:p>
          <a:p>
            <a:endParaRPr lang="en-US"/>
          </a:p>
          <a:p>
            <a:r>
              <a:rPr lang="en-US"/>
              <a:t>Per-part controls should make it easy to isolate and learn a line. Harmony controls include the number of added parts, an arrangement preference, and a comfortable range for each voice. Editing and locking a note should preserve the writer's decisions.</a:t>
            </a:r>
          </a:p>
          <a:p>
            <a:endParaRPr lang="en-US"/>
          </a:p>
          <a:p>
            <a:r>
              <a:rPr lang="en-US"/>
              <a:t>The actual initial UI concept already exists as an SVG-based clickable mockup under the earlier name Second Voice. Songbird is the current working name. That mockup demonstrates interactions and example playback, not vocal transcription or automatic harmony generation.</a:t>
            </a:r>
          </a:p>
          <a:p>
            <a:endParaRPr lang="en-US"/>
          </a:p>
          <a:p>
            <a:r>
              <a:rPr lang="en-US"/>
              <a:t>The small UI labels are intentionally illustrative; the three statements below the diagram are the meeting's key takeaways.</a:t>
            </a:r>
          </a:p>
        </p:txBody>
      </p:sp>
      <p:sp>
        <p:nvSpPr>
          <p:cNvPr id="4" name="Slide Number Placeholder 3"/>
          <p:cNvSpPr>
            <a:spLocks noGrp="1"/>
          </p:cNvSpPr>
          <p:nvPr>
            <p:ph type="sldNum" sz="quarter" idx="5"/>
          </p:nvPr>
        </p:nvSpPr>
        <p:spPr/>
        <p:txBody>
          <a:bodyPr/>
          <a:lstStyle/>
          <a:p>
            <a:fld id="{A5757B82-DB9C-45B9-9458-8B0BA6D29A80}" type="slidenum">
              <a:rPr lang="en-US" smtClean="0"/>
              <a:t>5</a:t>
            </a:fld>
            <a:endParaRPr lang="en-US"/>
          </a:p>
        </p:txBody>
      </p:sp>
    </p:spTree>
    <p:extLst>
      <p:ext uri="{BB962C8B-B14F-4D97-AF65-F5344CB8AC3E}">
        <p14:creationId xmlns:p14="http://schemas.microsoft.com/office/powerpoint/2010/main" val="3311383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Chord Workshop is one tool for building the song around a melody: choose chords, understand why they can fit, arrange simple song sections, and explore ways to play those chords on guitar or piano. The learning example is part of choosing a chord, not a separate theory tool.</a:t>
            </a:r>
          </a:p>
          <a:p>
            <a:endParaRPr lang="en-US"/>
          </a:p>
          <a:p>
            <a:r>
              <a:rPr lang="en-US"/>
              <a:t>For example, the user's melody lands on E. C major contains C, E, and G; A minor contains A, C, and E. Both contain E, so both are worth auditioning beneath that note. The explanation belongs next to those chord choices, when the user wants it. One note does not determine the key or guarantee that either chord suits the entire phrase.</a:t>
            </a:r>
          </a:p>
          <a:p>
            <a:endParaRPr lang="en-US"/>
          </a:p>
          <a:p>
            <a:r>
              <a:rPr lang="en-US"/>
              <a:t>Users can begin with their own chords, a starting progression, or eventually melody-aware suggestions. They can compare how the backing changes the melody, explore repetition and contrast between verse and chorus, and change the voicing without changing the chord itself.</a:t>
            </a:r>
          </a:p>
          <a:p>
            <a:endParaRPr lang="en-US"/>
          </a:p>
          <a:p>
            <a:r>
              <a:rPr lang="en-US"/>
              <a:t>The example progression is illustrative. The selected C chord is shown as the standard open guitar shape x32010 and the piano voicing C-E-G. E-G-C is another inversion of the same chord. Strings run low E to high E from left to right in the guitar diagram.</a:t>
            </a:r>
          </a:p>
          <a:p>
            <a:endParaRPr lang="en-US"/>
          </a:p>
          <a:p>
            <a:r>
              <a:rPr lang="en-US"/>
              <a:t>The next slide narrows this wider vision to the basic working tool needed for the demo. Rich chord discovery, section-building assistance, and extensive voicing options are not all prerequisites for that demo. The Harmonizer remains the primary build target.</a:t>
            </a:r>
          </a:p>
        </p:txBody>
      </p:sp>
      <p:sp>
        <p:nvSpPr>
          <p:cNvPr id="4" name="Slide Number Placeholder 3"/>
          <p:cNvSpPr>
            <a:spLocks noGrp="1"/>
          </p:cNvSpPr>
          <p:nvPr>
            <p:ph type="sldNum" sz="quarter" idx="5"/>
          </p:nvPr>
        </p:nvSpPr>
        <p:spPr/>
        <p:txBody>
          <a:bodyPr/>
          <a:lstStyle/>
          <a:p>
            <a:fld id="{A5757B82-DB9C-45B9-9458-8B0BA6D29A80}" type="slidenum">
              <a:rPr lang="en-US" smtClean="0"/>
              <a:t>6</a:t>
            </a:fld>
            <a:endParaRPr lang="en-US"/>
          </a:p>
        </p:txBody>
      </p:sp>
    </p:spTree>
    <p:extLst>
      <p:ext uri="{BB962C8B-B14F-4D97-AF65-F5344CB8AC3E}">
        <p14:creationId xmlns:p14="http://schemas.microsoft.com/office/powerpoint/2010/main" val="1878024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Yes, a basic working Chord Workshop belongs in the demo. It is the place to supply and audition the progression that the Harmonizer uses, rather than a static chord chart or a second full-scale project.</a:t>
            </a:r>
          </a:p>
          <a:p>
            <a:endParaRPr lang="en-US"/>
          </a:p>
          <a:p>
            <a:r>
              <a:rPr lang="en-US"/>
              <a:t>The minimum is a timed chord editor: add, change, reorder, and remove chord blocks; set each chord's duration; and play the progression with the melody using piano. The example uses one chord per bar in 4/4 at 96 BPM, but a list of chord names alone is not enough. Harmony generation needs to know when each chord applies.</a:t>
            </a:r>
          </a:p>
          <a:p>
            <a:endParaRPr lang="en-US"/>
          </a:p>
          <a:p>
            <a:r>
              <a:rPr lang="en-US"/>
              <a:t>The editor, playback, and Harmonizer use the same progression and timing. The user should not have to copy chords between tools. After a progression changes, let the user regenerate affected harmonies deliberately while preserving the lead and protected edits.</a:t>
            </a:r>
          </a:p>
          <a:p>
            <a:endParaRPr lang="en-US"/>
          </a:p>
          <a:p>
            <a:r>
              <a:rPr lang="en-US"/>
              <a:t>Manual chord entry is optional. Someone who knows their chords can enter them; someone who does not can audition and edit a clearly labeled starter preset. A preset is a starting point, not a claim that the app inferred the right progression from the melody.</a:t>
            </a:r>
          </a:p>
          <a:p>
            <a:endParaRPr lang="en-US"/>
          </a:p>
          <a:p>
            <a:r>
              <a:rPr lang="en-US"/>
              <a:t>This does not restore setup-first capture. Users can bring in a voice memo without knowing the key, chords, or tempo. Establish a working tempo and align the melody while arranging so the selected chord blocks and melody share a timeline. For this chord-aware demo path, use a progression the user has chosen or accepted before generating against it.</a:t>
            </a:r>
          </a:p>
          <a:p>
            <a:endParaRPr lang="en-US"/>
          </a:p>
          <a:p>
            <a:r>
              <a:rPr lang="en-US"/>
              <a:t>More sophisticated melody-aware chord suggestions, verse/chorus assistance, and larger guitar/piano voicing libraries can follow. The first demo needs the small working editor and a reliable connection to the Harmonizer, not all of that depth at once.</a:t>
            </a:r>
          </a:p>
        </p:txBody>
      </p:sp>
      <p:sp>
        <p:nvSpPr>
          <p:cNvPr id="4" name="Slide Number Placeholder 3"/>
          <p:cNvSpPr>
            <a:spLocks noGrp="1"/>
          </p:cNvSpPr>
          <p:nvPr>
            <p:ph type="sldNum" sz="quarter" idx="5"/>
          </p:nvPr>
        </p:nvSpPr>
        <p:spPr/>
        <p:txBody>
          <a:bodyPr/>
          <a:lstStyle/>
          <a:p>
            <a:fld id="{A5757B82-DB9C-45B9-9458-8B0BA6D29A80}" type="slidenum">
              <a:rPr lang="en-US" smtClean="0"/>
              <a:t>7</a:t>
            </a:fld>
            <a:endParaRPr lang="en-US"/>
          </a:p>
        </p:txBody>
      </p:sp>
    </p:spTree>
    <p:extLst>
      <p:ext uri="{BB962C8B-B14F-4D97-AF65-F5344CB8AC3E}">
        <p14:creationId xmlns:p14="http://schemas.microsoft.com/office/powerpoint/2010/main" val="1994870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2E238-EC8F-0F17-1A37-A24E31D622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4085EA-59DE-4BFC-929F-BDC9CF599D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86009A-3860-D05F-3BEF-653CD56CFF38}"/>
              </a:ext>
            </a:extLst>
          </p:cNvPr>
          <p:cNvSpPr>
            <a:spLocks noGrp="1"/>
          </p:cNvSpPr>
          <p:nvPr>
            <p:ph type="dt" sz="half" idx="10"/>
          </p:nvPr>
        </p:nvSpPr>
        <p:spPr/>
        <p:txBody>
          <a:bodyPr/>
          <a:lstStyle/>
          <a:p>
            <a:fld id="{2CC9BBB4-5470-4952-8E79-631137060748}" type="datetimeFigureOut">
              <a:rPr lang="en-US" smtClean="0"/>
              <a:t>9/14/2026</a:t>
            </a:fld>
            <a:endParaRPr lang="en-US"/>
          </a:p>
        </p:txBody>
      </p:sp>
      <p:sp>
        <p:nvSpPr>
          <p:cNvPr id="5" name="Footer Placeholder 4">
            <a:extLst>
              <a:ext uri="{FF2B5EF4-FFF2-40B4-BE49-F238E27FC236}">
                <a16:creationId xmlns:a16="http://schemas.microsoft.com/office/drawing/2014/main" id="{BD33B8E6-73CC-036C-FCBF-53F4CE0AA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5B4615-7942-A5DC-B303-CB371B47E424}"/>
              </a:ext>
            </a:extLst>
          </p:cNvPr>
          <p:cNvSpPr>
            <a:spLocks noGrp="1"/>
          </p:cNvSpPr>
          <p:nvPr>
            <p:ph type="sldNum" sz="quarter" idx="12"/>
          </p:nvPr>
        </p:nvSpPr>
        <p:spPr/>
        <p:txBody>
          <a:bodyPr/>
          <a:lstStyle/>
          <a:p>
            <a:fld id="{3FBDD041-0D5A-49EA-9C9D-90A75F88B1E3}" type="slidenum">
              <a:rPr lang="en-US" smtClean="0"/>
              <a:t>‹#›</a:t>
            </a:fld>
            <a:endParaRPr lang="en-US"/>
          </a:p>
        </p:txBody>
      </p:sp>
    </p:spTree>
    <p:extLst>
      <p:ext uri="{BB962C8B-B14F-4D97-AF65-F5344CB8AC3E}">
        <p14:creationId xmlns:p14="http://schemas.microsoft.com/office/powerpoint/2010/main" val="170057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FCB7-366F-9156-0EFA-9CE87B04DF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47C940-8ABC-A4F0-0879-DC947ABC39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D1C12-AFD9-3113-2BF2-0FAC21F8B7E5}"/>
              </a:ext>
            </a:extLst>
          </p:cNvPr>
          <p:cNvSpPr>
            <a:spLocks noGrp="1"/>
          </p:cNvSpPr>
          <p:nvPr>
            <p:ph type="dt" sz="half" idx="10"/>
          </p:nvPr>
        </p:nvSpPr>
        <p:spPr/>
        <p:txBody>
          <a:bodyPr/>
          <a:lstStyle/>
          <a:p>
            <a:fld id="{2CC9BBB4-5470-4952-8E79-631137060748}" type="datetimeFigureOut">
              <a:rPr lang="en-US" smtClean="0"/>
              <a:t>9/14/2026</a:t>
            </a:fld>
            <a:endParaRPr lang="en-US"/>
          </a:p>
        </p:txBody>
      </p:sp>
      <p:sp>
        <p:nvSpPr>
          <p:cNvPr id="5" name="Footer Placeholder 4">
            <a:extLst>
              <a:ext uri="{FF2B5EF4-FFF2-40B4-BE49-F238E27FC236}">
                <a16:creationId xmlns:a16="http://schemas.microsoft.com/office/drawing/2014/main" id="{EC85B9DE-C6C6-D2EE-2696-EF1EE39F19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840656-3F0B-BB4A-7A43-BF996CCC0D7E}"/>
              </a:ext>
            </a:extLst>
          </p:cNvPr>
          <p:cNvSpPr>
            <a:spLocks noGrp="1"/>
          </p:cNvSpPr>
          <p:nvPr>
            <p:ph type="sldNum" sz="quarter" idx="12"/>
          </p:nvPr>
        </p:nvSpPr>
        <p:spPr/>
        <p:txBody>
          <a:bodyPr/>
          <a:lstStyle/>
          <a:p>
            <a:fld id="{3FBDD041-0D5A-49EA-9C9D-90A75F88B1E3}" type="slidenum">
              <a:rPr lang="en-US" smtClean="0"/>
              <a:t>‹#›</a:t>
            </a:fld>
            <a:endParaRPr lang="en-US"/>
          </a:p>
        </p:txBody>
      </p:sp>
    </p:spTree>
    <p:extLst>
      <p:ext uri="{BB962C8B-B14F-4D97-AF65-F5344CB8AC3E}">
        <p14:creationId xmlns:p14="http://schemas.microsoft.com/office/powerpoint/2010/main" val="4049484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9D65B-70C6-9BFF-1B58-7A4DAABECB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FD5A12-F3F6-788D-2A2E-3A61FC1C88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D115B6-2375-0245-724B-A9E2F5019130}"/>
              </a:ext>
            </a:extLst>
          </p:cNvPr>
          <p:cNvSpPr>
            <a:spLocks noGrp="1"/>
          </p:cNvSpPr>
          <p:nvPr>
            <p:ph type="dt" sz="half" idx="10"/>
          </p:nvPr>
        </p:nvSpPr>
        <p:spPr/>
        <p:txBody>
          <a:bodyPr/>
          <a:lstStyle/>
          <a:p>
            <a:fld id="{2CC9BBB4-5470-4952-8E79-631137060748}" type="datetimeFigureOut">
              <a:rPr lang="en-US" smtClean="0"/>
              <a:t>9/14/2026</a:t>
            </a:fld>
            <a:endParaRPr lang="en-US"/>
          </a:p>
        </p:txBody>
      </p:sp>
      <p:sp>
        <p:nvSpPr>
          <p:cNvPr id="5" name="Footer Placeholder 4">
            <a:extLst>
              <a:ext uri="{FF2B5EF4-FFF2-40B4-BE49-F238E27FC236}">
                <a16:creationId xmlns:a16="http://schemas.microsoft.com/office/drawing/2014/main" id="{0319170F-9BF1-6460-4E37-33AA16D01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C32F1-BFD1-915B-2F69-B168B9A9B4C8}"/>
              </a:ext>
            </a:extLst>
          </p:cNvPr>
          <p:cNvSpPr>
            <a:spLocks noGrp="1"/>
          </p:cNvSpPr>
          <p:nvPr>
            <p:ph type="sldNum" sz="quarter" idx="12"/>
          </p:nvPr>
        </p:nvSpPr>
        <p:spPr/>
        <p:txBody>
          <a:bodyPr/>
          <a:lstStyle/>
          <a:p>
            <a:fld id="{3FBDD041-0D5A-49EA-9C9D-90A75F88B1E3}" type="slidenum">
              <a:rPr lang="en-US" smtClean="0"/>
              <a:t>‹#›</a:t>
            </a:fld>
            <a:endParaRPr lang="en-US"/>
          </a:p>
        </p:txBody>
      </p:sp>
    </p:spTree>
    <p:extLst>
      <p:ext uri="{BB962C8B-B14F-4D97-AF65-F5344CB8AC3E}">
        <p14:creationId xmlns:p14="http://schemas.microsoft.com/office/powerpoint/2010/main" val="1108512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905A2-15B8-94EF-8CF9-9589866310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34982C-CA98-39D2-6395-2C9FB9008C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6E8C67-B0FD-3EAD-2E62-4F94C1DAAF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45F08A-3B16-256A-201E-9E595A29BFAB}"/>
              </a:ext>
            </a:extLst>
          </p:cNvPr>
          <p:cNvSpPr>
            <a:spLocks noGrp="1"/>
          </p:cNvSpPr>
          <p:nvPr>
            <p:ph type="dt" sz="half" idx="10"/>
          </p:nvPr>
        </p:nvSpPr>
        <p:spPr/>
        <p:txBody>
          <a:bodyPr/>
          <a:lstStyle/>
          <a:p>
            <a:fld id="{2CC9BBB4-5470-4952-8E79-631137060748}" type="datetimeFigureOut">
              <a:rPr lang="en-US" smtClean="0"/>
              <a:t>9/14/2026</a:t>
            </a:fld>
            <a:endParaRPr lang="en-US"/>
          </a:p>
        </p:txBody>
      </p:sp>
      <p:sp>
        <p:nvSpPr>
          <p:cNvPr id="6" name="Footer Placeholder 5">
            <a:extLst>
              <a:ext uri="{FF2B5EF4-FFF2-40B4-BE49-F238E27FC236}">
                <a16:creationId xmlns:a16="http://schemas.microsoft.com/office/drawing/2014/main" id="{8BFE8E78-B37F-B9FC-8448-F671655606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8142F4-EAE3-FB0C-2585-7B3472D32B62}"/>
              </a:ext>
            </a:extLst>
          </p:cNvPr>
          <p:cNvSpPr>
            <a:spLocks noGrp="1"/>
          </p:cNvSpPr>
          <p:nvPr>
            <p:ph type="sldNum" sz="quarter" idx="12"/>
          </p:nvPr>
        </p:nvSpPr>
        <p:spPr/>
        <p:txBody>
          <a:bodyPr/>
          <a:lstStyle/>
          <a:p>
            <a:fld id="{3FBDD041-0D5A-49EA-9C9D-90A75F88B1E3}" type="slidenum">
              <a:rPr lang="en-US" smtClean="0"/>
              <a:t>‹#›</a:t>
            </a:fld>
            <a:endParaRPr lang="en-US"/>
          </a:p>
        </p:txBody>
      </p:sp>
    </p:spTree>
    <p:extLst>
      <p:ext uri="{BB962C8B-B14F-4D97-AF65-F5344CB8AC3E}">
        <p14:creationId xmlns:p14="http://schemas.microsoft.com/office/powerpoint/2010/main" val="4185016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7468C-D1CF-97CC-50DD-00680B1EA43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F8F1B8-BE91-697D-F8C3-1578514477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1FD98D-A9BE-5CFD-E855-81E8F82365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61C3FC-757D-781E-35BA-E13EC98A64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DF12A6-4353-455C-A7F4-2F580E1639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507B24-1FFA-5978-C193-F85A60723AB4}"/>
              </a:ext>
            </a:extLst>
          </p:cNvPr>
          <p:cNvSpPr>
            <a:spLocks noGrp="1"/>
          </p:cNvSpPr>
          <p:nvPr>
            <p:ph type="dt" sz="half" idx="10"/>
          </p:nvPr>
        </p:nvSpPr>
        <p:spPr/>
        <p:txBody>
          <a:bodyPr/>
          <a:lstStyle/>
          <a:p>
            <a:fld id="{2CC9BBB4-5470-4952-8E79-631137060748}" type="datetimeFigureOut">
              <a:rPr lang="en-US" smtClean="0"/>
              <a:t>9/14/2026</a:t>
            </a:fld>
            <a:endParaRPr lang="en-US"/>
          </a:p>
        </p:txBody>
      </p:sp>
      <p:sp>
        <p:nvSpPr>
          <p:cNvPr id="8" name="Footer Placeholder 7">
            <a:extLst>
              <a:ext uri="{FF2B5EF4-FFF2-40B4-BE49-F238E27FC236}">
                <a16:creationId xmlns:a16="http://schemas.microsoft.com/office/drawing/2014/main" id="{B0DB3133-436D-D0F9-7EC1-F3CD64D1FA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E4507B-89CD-9EC1-116B-13522A5F0F03}"/>
              </a:ext>
            </a:extLst>
          </p:cNvPr>
          <p:cNvSpPr>
            <a:spLocks noGrp="1"/>
          </p:cNvSpPr>
          <p:nvPr>
            <p:ph type="sldNum" sz="quarter" idx="12"/>
          </p:nvPr>
        </p:nvSpPr>
        <p:spPr/>
        <p:txBody>
          <a:bodyPr/>
          <a:lstStyle/>
          <a:p>
            <a:fld id="{3FBDD041-0D5A-49EA-9C9D-90A75F88B1E3}" type="slidenum">
              <a:rPr lang="en-US" smtClean="0"/>
              <a:t>‹#›</a:t>
            </a:fld>
            <a:endParaRPr lang="en-US"/>
          </a:p>
        </p:txBody>
      </p:sp>
    </p:spTree>
    <p:extLst>
      <p:ext uri="{BB962C8B-B14F-4D97-AF65-F5344CB8AC3E}">
        <p14:creationId xmlns:p14="http://schemas.microsoft.com/office/powerpoint/2010/main" val="111306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83AC5-D689-B0B9-DC16-B54E7071841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A379FC-01B4-421E-4C71-BF7F35D4CDCF}"/>
              </a:ext>
            </a:extLst>
          </p:cNvPr>
          <p:cNvSpPr>
            <a:spLocks noGrp="1"/>
          </p:cNvSpPr>
          <p:nvPr>
            <p:ph type="dt" sz="half" idx="10"/>
          </p:nvPr>
        </p:nvSpPr>
        <p:spPr/>
        <p:txBody>
          <a:bodyPr/>
          <a:lstStyle/>
          <a:p>
            <a:fld id="{2CC9BBB4-5470-4952-8E79-631137060748}" type="datetimeFigureOut">
              <a:rPr lang="en-US" smtClean="0"/>
              <a:t>9/14/2026</a:t>
            </a:fld>
            <a:endParaRPr lang="en-US"/>
          </a:p>
        </p:txBody>
      </p:sp>
      <p:sp>
        <p:nvSpPr>
          <p:cNvPr id="4" name="Footer Placeholder 3">
            <a:extLst>
              <a:ext uri="{FF2B5EF4-FFF2-40B4-BE49-F238E27FC236}">
                <a16:creationId xmlns:a16="http://schemas.microsoft.com/office/drawing/2014/main" id="{DED36FE6-6B39-89B0-6C25-11AFE574B3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EF6FE0-9DBC-40F0-925C-76D24A43636A}"/>
              </a:ext>
            </a:extLst>
          </p:cNvPr>
          <p:cNvSpPr>
            <a:spLocks noGrp="1"/>
          </p:cNvSpPr>
          <p:nvPr>
            <p:ph type="sldNum" sz="quarter" idx="12"/>
          </p:nvPr>
        </p:nvSpPr>
        <p:spPr/>
        <p:txBody>
          <a:bodyPr/>
          <a:lstStyle/>
          <a:p>
            <a:fld id="{3FBDD041-0D5A-49EA-9C9D-90A75F88B1E3}" type="slidenum">
              <a:rPr lang="en-US" smtClean="0"/>
              <a:t>‹#›</a:t>
            </a:fld>
            <a:endParaRPr lang="en-US"/>
          </a:p>
        </p:txBody>
      </p:sp>
    </p:spTree>
    <p:extLst>
      <p:ext uri="{BB962C8B-B14F-4D97-AF65-F5344CB8AC3E}">
        <p14:creationId xmlns:p14="http://schemas.microsoft.com/office/powerpoint/2010/main" val="2527833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271B7D-769E-316A-0CD9-22021E737DC2}"/>
              </a:ext>
            </a:extLst>
          </p:cNvPr>
          <p:cNvSpPr>
            <a:spLocks noGrp="1"/>
          </p:cNvSpPr>
          <p:nvPr>
            <p:ph type="dt" sz="half" idx="10"/>
          </p:nvPr>
        </p:nvSpPr>
        <p:spPr/>
        <p:txBody>
          <a:bodyPr/>
          <a:lstStyle/>
          <a:p>
            <a:fld id="{2CC9BBB4-5470-4952-8E79-631137060748}" type="datetimeFigureOut">
              <a:rPr lang="en-US" smtClean="0"/>
              <a:t>9/14/2026</a:t>
            </a:fld>
            <a:endParaRPr lang="en-US"/>
          </a:p>
        </p:txBody>
      </p:sp>
      <p:sp>
        <p:nvSpPr>
          <p:cNvPr id="3" name="Footer Placeholder 2">
            <a:extLst>
              <a:ext uri="{FF2B5EF4-FFF2-40B4-BE49-F238E27FC236}">
                <a16:creationId xmlns:a16="http://schemas.microsoft.com/office/drawing/2014/main" id="{569394B6-9150-4782-88DD-82B97B924C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A96FC7-D9D0-2459-9018-B5093188F2AA}"/>
              </a:ext>
            </a:extLst>
          </p:cNvPr>
          <p:cNvSpPr>
            <a:spLocks noGrp="1"/>
          </p:cNvSpPr>
          <p:nvPr>
            <p:ph type="sldNum" sz="quarter" idx="12"/>
          </p:nvPr>
        </p:nvSpPr>
        <p:spPr/>
        <p:txBody>
          <a:bodyPr/>
          <a:lstStyle/>
          <a:p>
            <a:fld id="{3FBDD041-0D5A-49EA-9C9D-90A75F88B1E3}" type="slidenum">
              <a:rPr lang="en-US" smtClean="0"/>
              <a:t>‹#›</a:t>
            </a:fld>
            <a:endParaRPr lang="en-US"/>
          </a:p>
        </p:txBody>
      </p:sp>
    </p:spTree>
    <p:extLst>
      <p:ext uri="{BB962C8B-B14F-4D97-AF65-F5344CB8AC3E}">
        <p14:creationId xmlns:p14="http://schemas.microsoft.com/office/powerpoint/2010/main" val="672232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41257-4DE0-4447-A151-1093D9C31C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76EA80-47DF-95E2-12F6-21745F352C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1FC6C4-F213-7F5C-E7EF-0DD34619CB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D31D0A-55F3-34F1-6FD0-45C663C00C46}"/>
              </a:ext>
            </a:extLst>
          </p:cNvPr>
          <p:cNvSpPr>
            <a:spLocks noGrp="1"/>
          </p:cNvSpPr>
          <p:nvPr>
            <p:ph type="dt" sz="half" idx="10"/>
          </p:nvPr>
        </p:nvSpPr>
        <p:spPr/>
        <p:txBody>
          <a:bodyPr/>
          <a:lstStyle/>
          <a:p>
            <a:fld id="{2CC9BBB4-5470-4952-8E79-631137060748}" type="datetimeFigureOut">
              <a:rPr lang="en-US" smtClean="0"/>
              <a:t>9/14/2026</a:t>
            </a:fld>
            <a:endParaRPr lang="en-US"/>
          </a:p>
        </p:txBody>
      </p:sp>
      <p:sp>
        <p:nvSpPr>
          <p:cNvPr id="6" name="Footer Placeholder 5">
            <a:extLst>
              <a:ext uri="{FF2B5EF4-FFF2-40B4-BE49-F238E27FC236}">
                <a16:creationId xmlns:a16="http://schemas.microsoft.com/office/drawing/2014/main" id="{6B216FF9-26A2-E328-3771-3483EC9288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709BA2-F396-9F6B-79FB-5C4D2B8D98D2}"/>
              </a:ext>
            </a:extLst>
          </p:cNvPr>
          <p:cNvSpPr>
            <a:spLocks noGrp="1"/>
          </p:cNvSpPr>
          <p:nvPr>
            <p:ph type="sldNum" sz="quarter" idx="12"/>
          </p:nvPr>
        </p:nvSpPr>
        <p:spPr/>
        <p:txBody>
          <a:bodyPr/>
          <a:lstStyle/>
          <a:p>
            <a:fld id="{3FBDD041-0D5A-49EA-9C9D-90A75F88B1E3}" type="slidenum">
              <a:rPr lang="en-US" smtClean="0"/>
              <a:t>‹#›</a:t>
            </a:fld>
            <a:endParaRPr lang="en-US"/>
          </a:p>
        </p:txBody>
      </p:sp>
    </p:spTree>
    <p:extLst>
      <p:ext uri="{BB962C8B-B14F-4D97-AF65-F5344CB8AC3E}">
        <p14:creationId xmlns:p14="http://schemas.microsoft.com/office/powerpoint/2010/main" val="2119741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0C641-D310-397C-9935-E8EE3E4C22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4D4DCC-A710-5243-62F0-E2660628C20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CA4D64-B2E1-009A-3F9C-198F0CCA58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1DEA7C-A1A8-62D5-EF57-42745D287616}"/>
              </a:ext>
            </a:extLst>
          </p:cNvPr>
          <p:cNvSpPr>
            <a:spLocks noGrp="1"/>
          </p:cNvSpPr>
          <p:nvPr>
            <p:ph type="dt" sz="half" idx="10"/>
          </p:nvPr>
        </p:nvSpPr>
        <p:spPr/>
        <p:txBody>
          <a:bodyPr/>
          <a:lstStyle/>
          <a:p>
            <a:fld id="{2CC9BBB4-5470-4952-8E79-631137060748}" type="datetimeFigureOut">
              <a:rPr lang="en-US" smtClean="0"/>
              <a:t>9/14/2026</a:t>
            </a:fld>
            <a:endParaRPr lang="en-US"/>
          </a:p>
        </p:txBody>
      </p:sp>
      <p:sp>
        <p:nvSpPr>
          <p:cNvPr id="6" name="Footer Placeholder 5">
            <a:extLst>
              <a:ext uri="{FF2B5EF4-FFF2-40B4-BE49-F238E27FC236}">
                <a16:creationId xmlns:a16="http://schemas.microsoft.com/office/drawing/2014/main" id="{1752CBEA-E19A-B50E-55EE-C807A7363C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05E3F8-105F-D3CB-5858-C88100240596}"/>
              </a:ext>
            </a:extLst>
          </p:cNvPr>
          <p:cNvSpPr>
            <a:spLocks noGrp="1"/>
          </p:cNvSpPr>
          <p:nvPr>
            <p:ph type="sldNum" sz="quarter" idx="12"/>
          </p:nvPr>
        </p:nvSpPr>
        <p:spPr/>
        <p:txBody>
          <a:bodyPr/>
          <a:lstStyle/>
          <a:p>
            <a:fld id="{3FBDD041-0D5A-49EA-9C9D-90A75F88B1E3}" type="slidenum">
              <a:rPr lang="en-US" smtClean="0"/>
              <a:t>‹#›</a:t>
            </a:fld>
            <a:endParaRPr lang="en-US"/>
          </a:p>
        </p:txBody>
      </p:sp>
    </p:spTree>
    <p:extLst>
      <p:ext uri="{BB962C8B-B14F-4D97-AF65-F5344CB8AC3E}">
        <p14:creationId xmlns:p14="http://schemas.microsoft.com/office/powerpoint/2010/main" val="3229289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6BC3F-9037-BDDF-7125-F0624DFE01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3B515B-AEA9-DE7E-3618-CD7F8B2311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8D31A9-300B-7B42-5BE5-A16FFD19B6FC}"/>
              </a:ext>
            </a:extLst>
          </p:cNvPr>
          <p:cNvSpPr>
            <a:spLocks noGrp="1"/>
          </p:cNvSpPr>
          <p:nvPr>
            <p:ph type="dt" sz="half" idx="10"/>
          </p:nvPr>
        </p:nvSpPr>
        <p:spPr/>
        <p:txBody>
          <a:bodyPr/>
          <a:lstStyle/>
          <a:p>
            <a:fld id="{2CC9BBB4-5470-4952-8E79-631137060748}" type="datetimeFigureOut">
              <a:rPr lang="en-US" smtClean="0"/>
              <a:t>9/14/2026</a:t>
            </a:fld>
            <a:endParaRPr lang="en-US"/>
          </a:p>
        </p:txBody>
      </p:sp>
      <p:sp>
        <p:nvSpPr>
          <p:cNvPr id="5" name="Footer Placeholder 4">
            <a:extLst>
              <a:ext uri="{FF2B5EF4-FFF2-40B4-BE49-F238E27FC236}">
                <a16:creationId xmlns:a16="http://schemas.microsoft.com/office/drawing/2014/main" id="{C895735F-F27F-93FA-B562-FC6D3B313A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970BE2-00F7-0337-14A6-3E9F7EDD7891}"/>
              </a:ext>
            </a:extLst>
          </p:cNvPr>
          <p:cNvSpPr>
            <a:spLocks noGrp="1"/>
          </p:cNvSpPr>
          <p:nvPr>
            <p:ph type="sldNum" sz="quarter" idx="12"/>
          </p:nvPr>
        </p:nvSpPr>
        <p:spPr/>
        <p:txBody>
          <a:bodyPr/>
          <a:lstStyle/>
          <a:p>
            <a:fld id="{3FBDD041-0D5A-49EA-9C9D-90A75F88B1E3}" type="slidenum">
              <a:rPr lang="en-US" smtClean="0"/>
              <a:t>‹#›</a:t>
            </a:fld>
            <a:endParaRPr lang="en-US"/>
          </a:p>
        </p:txBody>
      </p:sp>
    </p:spTree>
    <p:extLst>
      <p:ext uri="{BB962C8B-B14F-4D97-AF65-F5344CB8AC3E}">
        <p14:creationId xmlns:p14="http://schemas.microsoft.com/office/powerpoint/2010/main" val="233484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83C569-D228-A409-8306-39E2721087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97C66F-D8F2-096C-B598-6014ED68FF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1F6AA2-1062-4B92-EAAE-928C75F49876}"/>
              </a:ext>
            </a:extLst>
          </p:cNvPr>
          <p:cNvSpPr>
            <a:spLocks noGrp="1"/>
          </p:cNvSpPr>
          <p:nvPr>
            <p:ph type="dt" sz="half" idx="10"/>
          </p:nvPr>
        </p:nvSpPr>
        <p:spPr/>
        <p:txBody>
          <a:bodyPr/>
          <a:lstStyle/>
          <a:p>
            <a:fld id="{2CC9BBB4-5470-4952-8E79-631137060748}" type="datetimeFigureOut">
              <a:rPr lang="en-US" smtClean="0"/>
              <a:t>9/14/2026</a:t>
            </a:fld>
            <a:endParaRPr lang="en-US"/>
          </a:p>
        </p:txBody>
      </p:sp>
      <p:sp>
        <p:nvSpPr>
          <p:cNvPr id="5" name="Footer Placeholder 4">
            <a:extLst>
              <a:ext uri="{FF2B5EF4-FFF2-40B4-BE49-F238E27FC236}">
                <a16:creationId xmlns:a16="http://schemas.microsoft.com/office/drawing/2014/main" id="{60073E7B-8C6A-66E4-73B6-BA21BD10D8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0D6A92-68C5-8B8F-7BB2-F42DE6DAC528}"/>
              </a:ext>
            </a:extLst>
          </p:cNvPr>
          <p:cNvSpPr>
            <a:spLocks noGrp="1"/>
          </p:cNvSpPr>
          <p:nvPr>
            <p:ph type="sldNum" sz="quarter" idx="12"/>
          </p:nvPr>
        </p:nvSpPr>
        <p:spPr/>
        <p:txBody>
          <a:bodyPr/>
          <a:lstStyle/>
          <a:p>
            <a:fld id="{3FBDD041-0D5A-49EA-9C9D-90A75F88B1E3}" type="slidenum">
              <a:rPr lang="en-US" smtClean="0"/>
              <a:t>‹#›</a:t>
            </a:fld>
            <a:endParaRPr lang="en-US"/>
          </a:p>
        </p:txBody>
      </p:sp>
    </p:spTree>
    <p:extLst>
      <p:ext uri="{BB962C8B-B14F-4D97-AF65-F5344CB8AC3E}">
        <p14:creationId xmlns:p14="http://schemas.microsoft.com/office/powerpoint/2010/main" val="128363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1EB987-5678-B2FB-7AB3-12CB72225C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82A871-3F45-C977-B55F-C63C5E3FC4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5410F1-9501-105D-4699-DB110CC749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C9BBB4-5470-4952-8E79-631137060748}" type="datetimeFigureOut">
              <a:rPr lang="en-US" smtClean="0"/>
              <a:t>9/14/2026</a:t>
            </a:fld>
            <a:endParaRPr lang="en-US"/>
          </a:p>
        </p:txBody>
      </p:sp>
      <p:sp>
        <p:nvSpPr>
          <p:cNvPr id="5" name="Footer Placeholder 4">
            <a:extLst>
              <a:ext uri="{FF2B5EF4-FFF2-40B4-BE49-F238E27FC236}">
                <a16:creationId xmlns:a16="http://schemas.microsoft.com/office/drawing/2014/main" id="{7D0A5BBC-0C13-A637-A134-B5BFD3FAAF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2393887-9AB7-C8D4-D855-7A9708146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BDD041-0D5A-49EA-9C9D-90A75F88B1E3}" type="slidenum">
              <a:rPr lang="en-US" smtClean="0"/>
              <a:t>‹#›</a:t>
            </a:fld>
            <a:endParaRPr lang="en-US"/>
          </a:p>
        </p:txBody>
      </p:sp>
    </p:spTree>
    <p:extLst>
      <p:ext uri="{BB962C8B-B14F-4D97-AF65-F5344CB8AC3E}">
        <p14:creationId xmlns:p14="http://schemas.microsoft.com/office/powerpoint/2010/main" val="22248424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3B3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C3483C3-EECF-D32B-5B0B-D5808EF55D7C}"/>
              </a:ext>
            </a:extLst>
          </p:cNvPr>
          <p:cNvCxnSpPr/>
          <p:nvPr/>
        </p:nvCxnSpPr>
        <p:spPr>
          <a:xfrm>
            <a:off x="533400" y="6426200"/>
            <a:ext cx="11125200" cy="0"/>
          </a:xfrm>
          <a:prstGeom prst="line">
            <a:avLst/>
          </a:prstGeom>
          <a:ln w="8890">
            <a:solidFill>
              <a:srgbClr val="42604E"/>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869C8B69-61E4-4F78-A081-33AA0740C6BC}"/>
              </a:ext>
            </a:extLst>
          </p:cNvPr>
          <p:cNvSpPr txBox="1"/>
          <p:nvPr/>
        </p:nvSpPr>
        <p:spPr>
          <a:xfrm>
            <a:off x="533400" y="6565900"/>
            <a:ext cx="4191000" cy="177800"/>
          </a:xfrm>
          <a:prstGeom prst="rect">
            <a:avLst/>
          </a:prstGeom>
          <a:noFill/>
        </p:spPr>
        <p:txBody>
          <a:bodyPr vert="horz" wrap="square" lIns="0" tIns="0" rIns="0" bIns="0" rtlCol="0" anchor="t">
            <a:noAutofit/>
          </a:bodyPr>
          <a:lstStyle/>
          <a:p>
            <a:r>
              <a:rPr lang="en-US" sz="950">
                <a:solidFill>
                  <a:srgbClr val="B9D9BE"/>
                </a:solidFill>
                <a:latin typeface="Segoe UI" panose="020B0502040204020203" pitchFamily="34" charset="0"/>
              </a:rPr>
              <a:t>Songbird  /  Team kickoff  /  14 September 2026</a:t>
            </a:r>
          </a:p>
        </p:txBody>
      </p:sp>
      <p:sp>
        <p:nvSpPr>
          <p:cNvPr id="4" name="TextBox 3">
            <a:extLst>
              <a:ext uri="{FF2B5EF4-FFF2-40B4-BE49-F238E27FC236}">
                <a16:creationId xmlns:a16="http://schemas.microsoft.com/office/drawing/2014/main" id="{B2D13B91-A80F-39BB-8CBC-6BC798054B02}"/>
              </a:ext>
            </a:extLst>
          </p:cNvPr>
          <p:cNvSpPr txBox="1"/>
          <p:nvPr/>
        </p:nvSpPr>
        <p:spPr>
          <a:xfrm>
            <a:off x="10998200" y="6553200"/>
            <a:ext cx="660400" cy="190500"/>
          </a:xfrm>
          <a:prstGeom prst="rect">
            <a:avLst/>
          </a:prstGeom>
          <a:noFill/>
        </p:spPr>
        <p:txBody>
          <a:bodyPr vert="horz" wrap="square" lIns="0" tIns="0" rIns="0" bIns="0" rtlCol="0" anchor="t">
            <a:noAutofit/>
          </a:bodyPr>
          <a:lstStyle/>
          <a:p>
            <a:pPr algn="r"/>
            <a:r>
              <a:rPr lang="en-US" sz="1000" b="1">
                <a:solidFill>
                  <a:srgbClr val="B9D9BE"/>
                </a:solidFill>
                <a:latin typeface="Segoe UI" panose="020B0502040204020203" pitchFamily="34" charset="0"/>
              </a:rPr>
              <a:t>01</a:t>
            </a:r>
          </a:p>
        </p:txBody>
      </p:sp>
      <p:sp>
        <p:nvSpPr>
          <p:cNvPr id="5" name="TextBox 4">
            <a:extLst>
              <a:ext uri="{FF2B5EF4-FFF2-40B4-BE49-F238E27FC236}">
                <a16:creationId xmlns:a16="http://schemas.microsoft.com/office/drawing/2014/main" id="{7020BB08-3F42-E966-9CA5-A4B28EE40A40}"/>
              </a:ext>
            </a:extLst>
          </p:cNvPr>
          <p:cNvSpPr txBox="1"/>
          <p:nvPr/>
        </p:nvSpPr>
        <p:spPr>
          <a:xfrm>
            <a:off x="622300" y="571499"/>
            <a:ext cx="8382000" cy="1117600"/>
          </a:xfrm>
          <a:prstGeom prst="rect">
            <a:avLst/>
          </a:prstGeom>
          <a:noFill/>
        </p:spPr>
        <p:txBody>
          <a:bodyPr vert="horz" wrap="square" lIns="0" tIns="0" rIns="0" bIns="0" rtlCol="0" anchor="t">
            <a:noAutofit/>
          </a:bodyPr>
          <a:lstStyle/>
          <a:p>
            <a:r>
              <a:rPr lang="en-US" sz="6200" b="1">
                <a:solidFill>
                  <a:srgbClr val="FFFFFF"/>
                </a:solidFill>
                <a:latin typeface="Segoe UI" panose="020B0502040204020203" pitchFamily="34" charset="0"/>
              </a:rPr>
              <a:t>Songbird</a:t>
            </a:r>
          </a:p>
        </p:txBody>
      </p:sp>
      <p:sp>
        <p:nvSpPr>
          <p:cNvPr id="6" name="TextBox 5">
            <a:extLst>
              <a:ext uri="{FF2B5EF4-FFF2-40B4-BE49-F238E27FC236}">
                <a16:creationId xmlns:a16="http://schemas.microsoft.com/office/drawing/2014/main" id="{BF221255-A0E2-22AF-3915-E3A0657843DA}"/>
              </a:ext>
            </a:extLst>
          </p:cNvPr>
          <p:cNvSpPr txBox="1"/>
          <p:nvPr/>
        </p:nvSpPr>
        <p:spPr>
          <a:xfrm>
            <a:off x="635000" y="2146299"/>
            <a:ext cx="7493000" cy="1803400"/>
          </a:xfrm>
          <a:prstGeom prst="rect">
            <a:avLst/>
          </a:prstGeom>
          <a:noFill/>
        </p:spPr>
        <p:txBody>
          <a:bodyPr vert="horz" wrap="square" lIns="0" tIns="0" rIns="0" bIns="0" rtlCol="0" anchor="t">
            <a:noAutofit/>
          </a:bodyPr>
          <a:lstStyle/>
          <a:p>
            <a:r>
              <a:rPr lang="en-US" sz="4000" b="1">
                <a:solidFill>
                  <a:srgbClr val="FFFFFF"/>
                </a:solidFill>
                <a:latin typeface="Segoe UI" panose="020B0502040204020203" pitchFamily="34" charset="0"/>
              </a:rPr>
              <a:t>Build songs.
Learn what makes them work.</a:t>
            </a:r>
          </a:p>
        </p:txBody>
      </p:sp>
      <p:sp>
        <p:nvSpPr>
          <p:cNvPr id="7" name="TextBox 6">
            <a:extLst>
              <a:ext uri="{FF2B5EF4-FFF2-40B4-BE49-F238E27FC236}">
                <a16:creationId xmlns:a16="http://schemas.microsoft.com/office/drawing/2014/main" id="{0BA84733-B828-53A8-BC30-A580F097C984}"/>
              </a:ext>
            </a:extLst>
          </p:cNvPr>
          <p:cNvSpPr txBox="1"/>
          <p:nvPr/>
        </p:nvSpPr>
        <p:spPr>
          <a:xfrm>
            <a:off x="673100" y="4444999"/>
            <a:ext cx="6959600" cy="838200"/>
          </a:xfrm>
          <a:prstGeom prst="rect">
            <a:avLst/>
          </a:prstGeom>
          <a:noFill/>
        </p:spPr>
        <p:txBody>
          <a:bodyPr vert="horz" wrap="square" lIns="0" tIns="0" rIns="0" bIns="0" rtlCol="0" anchor="t">
            <a:noAutofit/>
          </a:bodyPr>
          <a:lstStyle/>
          <a:p>
            <a:r>
              <a:rPr lang="en-US" sz="2200">
                <a:solidFill>
                  <a:srgbClr val="B9D9BE"/>
                </a:solidFill>
                <a:latin typeface="Segoe UI" panose="020B0502040204020203" pitchFamily="34" charset="0"/>
              </a:rPr>
              <a:t>A practical songwriting platform.
Learn the basic theory behind popular music.</a:t>
            </a:r>
          </a:p>
        </p:txBody>
      </p:sp>
      <p:sp>
        <p:nvSpPr>
          <p:cNvPr id="8" name="Rectangle: Rounded Corners 7">
            <a:extLst>
              <a:ext uri="{FF2B5EF4-FFF2-40B4-BE49-F238E27FC236}">
                <a16:creationId xmlns:a16="http://schemas.microsoft.com/office/drawing/2014/main" id="{AFBC94CC-9A20-BEE5-1919-58ECCA65AE24}"/>
              </a:ext>
            </a:extLst>
          </p:cNvPr>
          <p:cNvSpPr/>
          <p:nvPr/>
        </p:nvSpPr>
        <p:spPr>
          <a:xfrm>
            <a:off x="673100" y="5715000"/>
            <a:ext cx="2603500" cy="317500"/>
          </a:xfrm>
          <a:prstGeom prst="roundRect">
            <a:avLst>
              <a:gd name="adj" fmla="val 12000"/>
            </a:avLst>
          </a:prstGeom>
          <a:solidFill>
            <a:srgbClr val="36544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BA8FDDF-0339-D936-ABC3-E460C6CF8D02}"/>
              </a:ext>
            </a:extLst>
          </p:cNvPr>
          <p:cNvSpPr txBox="1"/>
          <p:nvPr/>
        </p:nvSpPr>
        <p:spPr>
          <a:xfrm>
            <a:off x="774700" y="5778500"/>
            <a:ext cx="2400300" cy="203200"/>
          </a:xfrm>
          <a:prstGeom prst="rect">
            <a:avLst/>
          </a:prstGeom>
          <a:noFill/>
        </p:spPr>
        <p:txBody>
          <a:bodyPr vert="horz" wrap="square" lIns="0" tIns="0" rIns="0" bIns="0" rtlCol="0" anchor="t">
            <a:noAutofit/>
          </a:bodyPr>
          <a:lstStyle/>
          <a:p>
            <a:pPr algn="ctr"/>
            <a:r>
              <a:rPr lang="en-US" sz="1050" b="1">
                <a:solidFill>
                  <a:srgbClr val="D4E9D7"/>
                </a:solidFill>
                <a:latin typeface="Segoe UI" panose="020B0502040204020203" pitchFamily="34" charset="0"/>
              </a:rPr>
              <a:t>HARMONIZER-FIRST KICKOFF</a:t>
            </a:r>
          </a:p>
        </p:txBody>
      </p:sp>
      <p:cxnSp>
        <p:nvCxnSpPr>
          <p:cNvPr id="10" name="Straight Connector 9">
            <a:extLst>
              <a:ext uri="{FF2B5EF4-FFF2-40B4-BE49-F238E27FC236}">
                <a16:creationId xmlns:a16="http://schemas.microsoft.com/office/drawing/2014/main" id="{901873C4-8C92-45E3-8CE3-C650D494C09B}"/>
              </a:ext>
            </a:extLst>
          </p:cNvPr>
          <p:cNvCxnSpPr/>
          <p:nvPr/>
        </p:nvCxnSpPr>
        <p:spPr>
          <a:xfrm>
            <a:off x="8788400" y="2108200"/>
            <a:ext cx="2832100" cy="0"/>
          </a:xfrm>
          <a:prstGeom prst="line">
            <a:avLst/>
          </a:prstGeom>
          <a:ln w="12700">
            <a:solidFill>
              <a:srgbClr val="42604E"/>
            </a:solidFill>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EDA088BA-C245-4CA1-D8FF-C4D95AE6FC28}"/>
              </a:ext>
            </a:extLst>
          </p:cNvPr>
          <p:cNvSpPr/>
          <p:nvPr/>
        </p:nvSpPr>
        <p:spPr>
          <a:xfrm>
            <a:off x="8864600" y="2006600"/>
            <a:ext cx="533400" cy="165100"/>
          </a:xfrm>
          <a:prstGeom prst="roundRect">
            <a:avLst>
              <a:gd name="adj" fmla="val 12000"/>
            </a:avLst>
          </a:prstGeom>
          <a:solidFill>
            <a:srgbClr val="B9D9B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2D5D58D3-1552-18EE-0760-18C1B68CBC9D}"/>
              </a:ext>
            </a:extLst>
          </p:cNvPr>
          <p:cNvSpPr/>
          <p:nvPr/>
        </p:nvSpPr>
        <p:spPr>
          <a:xfrm>
            <a:off x="9563100" y="1879600"/>
            <a:ext cx="533400" cy="165100"/>
          </a:xfrm>
          <a:prstGeom prst="roundRect">
            <a:avLst>
              <a:gd name="adj" fmla="val 12000"/>
            </a:avLst>
          </a:prstGeom>
          <a:solidFill>
            <a:srgbClr val="B9D9B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647959D8-670D-0132-5989-E5569BA54786}"/>
              </a:ext>
            </a:extLst>
          </p:cNvPr>
          <p:cNvSpPr/>
          <p:nvPr/>
        </p:nvSpPr>
        <p:spPr>
          <a:xfrm>
            <a:off x="10261600" y="2082800"/>
            <a:ext cx="533400" cy="165100"/>
          </a:xfrm>
          <a:prstGeom prst="roundRect">
            <a:avLst>
              <a:gd name="adj" fmla="val 12000"/>
            </a:avLst>
          </a:prstGeom>
          <a:solidFill>
            <a:srgbClr val="B9D9B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EE66BB70-575C-9347-44FC-2487FF245754}"/>
              </a:ext>
            </a:extLst>
          </p:cNvPr>
          <p:cNvSpPr/>
          <p:nvPr/>
        </p:nvSpPr>
        <p:spPr>
          <a:xfrm>
            <a:off x="10960100" y="1968500"/>
            <a:ext cx="533400" cy="165100"/>
          </a:xfrm>
          <a:prstGeom prst="roundRect">
            <a:avLst>
              <a:gd name="adj" fmla="val 12000"/>
            </a:avLst>
          </a:prstGeom>
          <a:solidFill>
            <a:srgbClr val="B9D9B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5D4B91E2-649A-855A-C939-87CDDA6CD13A}"/>
              </a:ext>
            </a:extLst>
          </p:cNvPr>
          <p:cNvCxnSpPr/>
          <p:nvPr/>
        </p:nvCxnSpPr>
        <p:spPr>
          <a:xfrm>
            <a:off x="8788400" y="2717800"/>
            <a:ext cx="2832100" cy="0"/>
          </a:xfrm>
          <a:prstGeom prst="line">
            <a:avLst/>
          </a:prstGeom>
          <a:ln w="12700">
            <a:solidFill>
              <a:srgbClr val="42604E"/>
            </a:solidFill>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5B18852B-966E-70FC-B56D-871E8DD737B5}"/>
              </a:ext>
            </a:extLst>
          </p:cNvPr>
          <p:cNvSpPr/>
          <p:nvPr/>
        </p:nvSpPr>
        <p:spPr>
          <a:xfrm>
            <a:off x="8864600" y="2616200"/>
            <a:ext cx="533400" cy="165100"/>
          </a:xfrm>
          <a:prstGeom prst="roundRect">
            <a:avLst>
              <a:gd name="adj" fmla="val 12000"/>
            </a:avLst>
          </a:prstGeom>
          <a:solidFill>
            <a:srgbClr val="9BB5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957C9EDD-29CD-04D6-73D3-AED97C2320C9}"/>
              </a:ext>
            </a:extLst>
          </p:cNvPr>
          <p:cNvSpPr/>
          <p:nvPr/>
        </p:nvSpPr>
        <p:spPr>
          <a:xfrm>
            <a:off x="9563100" y="2489200"/>
            <a:ext cx="533400" cy="165100"/>
          </a:xfrm>
          <a:prstGeom prst="roundRect">
            <a:avLst>
              <a:gd name="adj" fmla="val 12000"/>
            </a:avLst>
          </a:prstGeom>
          <a:solidFill>
            <a:srgbClr val="9BB5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A3894F67-53D3-DDD5-CF08-0210E2845569}"/>
              </a:ext>
            </a:extLst>
          </p:cNvPr>
          <p:cNvSpPr/>
          <p:nvPr/>
        </p:nvSpPr>
        <p:spPr>
          <a:xfrm>
            <a:off x="10261600" y="2692400"/>
            <a:ext cx="533400" cy="165100"/>
          </a:xfrm>
          <a:prstGeom prst="roundRect">
            <a:avLst>
              <a:gd name="adj" fmla="val 12000"/>
            </a:avLst>
          </a:prstGeom>
          <a:solidFill>
            <a:srgbClr val="9BB5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875FFC15-15AE-F380-6BC6-B740AE76FA39}"/>
              </a:ext>
            </a:extLst>
          </p:cNvPr>
          <p:cNvSpPr/>
          <p:nvPr/>
        </p:nvSpPr>
        <p:spPr>
          <a:xfrm>
            <a:off x="10960100" y="2578100"/>
            <a:ext cx="533400" cy="165100"/>
          </a:xfrm>
          <a:prstGeom prst="roundRect">
            <a:avLst>
              <a:gd name="adj" fmla="val 12000"/>
            </a:avLst>
          </a:prstGeom>
          <a:solidFill>
            <a:srgbClr val="9BB5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ED0BD429-1F1F-35EC-F67B-2F344C996FAB}"/>
              </a:ext>
            </a:extLst>
          </p:cNvPr>
          <p:cNvCxnSpPr/>
          <p:nvPr/>
        </p:nvCxnSpPr>
        <p:spPr>
          <a:xfrm>
            <a:off x="8788400" y="3327400"/>
            <a:ext cx="2832100" cy="0"/>
          </a:xfrm>
          <a:prstGeom prst="line">
            <a:avLst/>
          </a:prstGeom>
          <a:ln w="12700">
            <a:solidFill>
              <a:srgbClr val="42604E"/>
            </a:solidFill>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663CB8FE-BED9-9F7F-B476-6CA7C3EEDD6F}"/>
              </a:ext>
            </a:extLst>
          </p:cNvPr>
          <p:cNvSpPr/>
          <p:nvPr/>
        </p:nvSpPr>
        <p:spPr>
          <a:xfrm>
            <a:off x="8864600" y="3225800"/>
            <a:ext cx="533400" cy="165100"/>
          </a:xfrm>
          <a:prstGeom prst="roundRect">
            <a:avLst>
              <a:gd name="adj" fmla="val 12000"/>
            </a:avLst>
          </a:prstGeom>
          <a:solidFill>
            <a:srgbClr val="C4A8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999FB8FD-DA8D-9AF9-7DBB-A711EE8F0B99}"/>
              </a:ext>
            </a:extLst>
          </p:cNvPr>
          <p:cNvSpPr/>
          <p:nvPr/>
        </p:nvSpPr>
        <p:spPr>
          <a:xfrm>
            <a:off x="9563100" y="3098800"/>
            <a:ext cx="533400" cy="165100"/>
          </a:xfrm>
          <a:prstGeom prst="roundRect">
            <a:avLst>
              <a:gd name="adj" fmla="val 12000"/>
            </a:avLst>
          </a:prstGeom>
          <a:solidFill>
            <a:srgbClr val="C4A8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2A453A5-510E-5572-B828-6972522A793F}"/>
              </a:ext>
            </a:extLst>
          </p:cNvPr>
          <p:cNvSpPr/>
          <p:nvPr/>
        </p:nvSpPr>
        <p:spPr>
          <a:xfrm>
            <a:off x="10261600" y="3302000"/>
            <a:ext cx="533400" cy="165100"/>
          </a:xfrm>
          <a:prstGeom prst="roundRect">
            <a:avLst>
              <a:gd name="adj" fmla="val 12000"/>
            </a:avLst>
          </a:prstGeom>
          <a:solidFill>
            <a:srgbClr val="C4A8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275E00CA-8E38-3997-755B-029BF93560F9}"/>
              </a:ext>
            </a:extLst>
          </p:cNvPr>
          <p:cNvSpPr/>
          <p:nvPr/>
        </p:nvSpPr>
        <p:spPr>
          <a:xfrm>
            <a:off x="10960100" y="3187700"/>
            <a:ext cx="533400" cy="165100"/>
          </a:xfrm>
          <a:prstGeom prst="roundRect">
            <a:avLst>
              <a:gd name="adj" fmla="val 12000"/>
            </a:avLst>
          </a:prstGeom>
          <a:solidFill>
            <a:srgbClr val="C4A8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6E17FA00-0153-1086-ECA4-18237DF1C191}"/>
              </a:ext>
            </a:extLst>
          </p:cNvPr>
          <p:cNvCxnSpPr/>
          <p:nvPr/>
        </p:nvCxnSpPr>
        <p:spPr>
          <a:xfrm>
            <a:off x="8788400" y="3937000"/>
            <a:ext cx="2832100" cy="0"/>
          </a:xfrm>
          <a:prstGeom prst="line">
            <a:avLst/>
          </a:prstGeom>
          <a:ln w="12700">
            <a:solidFill>
              <a:srgbClr val="42604E"/>
            </a:solidFill>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51A15223-B6AE-079A-AB58-51663462EA16}"/>
              </a:ext>
            </a:extLst>
          </p:cNvPr>
          <p:cNvSpPr/>
          <p:nvPr/>
        </p:nvSpPr>
        <p:spPr>
          <a:xfrm>
            <a:off x="8864600" y="3835400"/>
            <a:ext cx="533400" cy="165100"/>
          </a:xfrm>
          <a:prstGeom prst="roundRect">
            <a:avLst>
              <a:gd name="adj" fmla="val 12000"/>
            </a:avLst>
          </a:prstGeom>
          <a:solidFill>
            <a:srgbClr val="DCAE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8555CA14-00FA-2583-85BC-1ACAA32BA22C}"/>
              </a:ext>
            </a:extLst>
          </p:cNvPr>
          <p:cNvSpPr/>
          <p:nvPr/>
        </p:nvSpPr>
        <p:spPr>
          <a:xfrm>
            <a:off x="9563100" y="3708400"/>
            <a:ext cx="533400" cy="165100"/>
          </a:xfrm>
          <a:prstGeom prst="roundRect">
            <a:avLst>
              <a:gd name="adj" fmla="val 12000"/>
            </a:avLst>
          </a:prstGeom>
          <a:solidFill>
            <a:srgbClr val="DCAE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1C9C3AB9-EF07-B02B-1735-3886CEA05638}"/>
              </a:ext>
            </a:extLst>
          </p:cNvPr>
          <p:cNvSpPr/>
          <p:nvPr/>
        </p:nvSpPr>
        <p:spPr>
          <a:xfrm>
            <a:off x="10261600" y="3911600"/>
            <a:ext cx="533400" cy="165100"/>
          </a:xfrm>
          <a:prstGeom prst="roundRect">
            <a:avLst>
              <a:gd name="adj" fmla="val 12000"/>
            </a:avLst>
          </a:prstGeom>
          <a:solidFill>
            <a:srgbClr val="DCAE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ACC6B15E-EA40-8971-B93F-B6BB4A56ACA8}"/>
              </a:ext>
            </a:extLst>
          </p:cNvPr>
          <p:cNvSpPr/>
          <p:nvPr/>
        </p:nvSpPr>
        <p:spPr>
          <a:xfrm>
            <a:off x="10960100" y="3797300"/>
            <a:ext cx="533400" cy="165100"/>
          </a:xfrm>
          <a:prstGeom prst="roundRect">
            <a:avLst>
              <a:gd name="adj" fmla="val 12000"/>
            </a:avLst>
          </a:prstGeom>
          <a:solidFill>
            <a:srgbClr val="DCAE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621FD1DE-310D-5864-B662-EE642E84E784}"/>
              </a:ext>
            </a:extLst>
          </p:cNvPr>
          <p:cNvCxnSpPr/>
          <p:nvPr/>
        </p:nvCxnSpPr>
        <p:spPr>
          <a:xfrm>
            <a:off x="8788400" y="4546600"/>
            <a:ext cx="2832100" cy="0"/>
          </a:xfrm>
          <a:prstGeom prst="line">
            <a:avLst/>
          </a:prstGeom>
          <a:ln w="12700">
            <a:solidFill>
              <a:srgbClr val="42604E"/>
            </a:solidFill>
          </a:ln>
        </p:spPr>
        <p:style>
          <a:lnRef idx="2">
            <a:schemeClr val="accent1"/>
          </a:lnRef>
          <a:fillRef idx="0">
            <a:schemeClr val="accent1"/>
          </a:fillRef>
          <a:effectRef idx="1">
            <a:schemeClr val="accent1"/>
          </a:effectRef>
          <a:fontRef idx="minor">
            <a:schemeClr val="tx1"/>
          </a:fontRef>
        </p:style>
      </p:cxnSp>
      <p:sp>
        <p:nvSpPr>
          <p:cNvPr id="31" name="Rectangle: Rounded Corners 30">
            <a:extLst>
              <a:ext uri="{FF2B5EF4-FFF2-40B4-BE49-F238E27FC236}">
                <a16:creationId xmlns:a16="http://schemas.microsoft.com/office/drawing/2014/main" id="{EF2856C8-51A2-6213-3739-153E8429CCAB}"/>
              </a:ext>
            </a:extLst>
          </p:cNvPr>
          <p:cNvSpPr/>
          <p:nvPr/>
        </p:nvSpPr>
        <p:spPr>
          <a:xfrm>
            <a:off x="8864600" y="4445000"/>
            <a:ext cx="533400" cy="165100"/>
          </a:xfrm>
          <a:prstGeom prst="roundRect">
            <a:avLst>
              <a:gd name="adj" fmla="val 12000"/>
            </a:avLst>
          </a:prstGeom>
          <a:solidFill>
            <a:srgbClr val="DCC99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0F1BCB0F-0F61-ACE7-39DC-C7AE616E792D}"/>
              </a:ext>
            </a:extLst>
          </p:cNvPr>
          <p:cNvSpPr/>
          <p:nvPr/>
        </p:nvSpPr>
        <p:spPr>
          <a:xfrm>
            <a:off x="9563100" y="4318000"/>
            <a:ext cx="533400" cy="165100"/>
          </a:xfrm>
          <a:prstGeom prst="roundRect">
            <a:avLst>
              <a:gd name="adj" fmla="val 12000"/>
            </a:avLst>
          </a:prstGeom>
          <a:solidFill>
            <a:srgbClr val="DCC99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1BB0AB87-7398-60A2-2333-68245B3E908E}"/>
              </a:ext>
            </a:extLst>
          </p:cNvPr>
          <p:cNvSpPr/>
          <p:nvPr/>
        </p:nvSpPr>
        <p:spPr>
          <a:xfrm>
            <a:off x="10261600" y="4521200"/>
            <a:ext cx="533400" cy="165100"/>
          </a:xfrm>
          <a:prstGeom prst="roundRect">
            <a:avLst>
              <a:gd name="adj" fmla="val 12000"/>
            </a:avLst>
          </a:prstGeom>
          <a:solidFill>
            <a:srgbClr val="DCC99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61EEE154-7F9D-2A92-99E3-F8D51424826D}"/>
              </a:ext>
            </a:extLst>
          </p:cNvPr>
          <p:cNvSpPr/>
          <p:nvPr/>
        </p:nvSpPr>
        <p:spPr>
          <a:xfrm>
            <a:off x="10960100" y="4406900"/>
            <a:ext cx="533400" cy="165100"/>
          </a:xfrm>
          <a:prstGeom prst="roundRect">
            <a:avLst>
              <a:gd name="adj" fmla="val 12000"/>
            </a:avLst>
          </a:prstGeom>
          <a:solidFill>
            <a:srgbClr val="DCC99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E8AAE58C-079D-C0DD-BCDF-7016109A83F3}"/>
              </a:ext>
            </a:extLst>
          </p:cNvPr>
          <p:cNvSpPr txBox="1"/>
          <p:nvPr/>
        </p:nvSpPr>
        <p:spPr>
          <a:xfrm>
            <a:off x="8788400" y="5587999"/>
            <a:ext cx="2857500" cy="444500"/>
          </a:xfrm>
          <a:prstGeom prst="rect">
            <a:avLst/>
          </a:prstGeom>
          <a:noFill/>
        </p:spPr>
        <p:txBody>
          <a:bodyPr vert="horz" wrap="square" lIns="0" tIns="0" rIns="0" bIns="0" rtlCol="0" anchor="t">
            <a:noAutofit/>
          </a:bodyPr>
          <a:lstStyle/>
          <a:p>
            <a:pPr algn="r"/>
            <a:r>
              <a:rPr lang="en-US" sz="1400">
                <a:solidFill>
                  <a:srgbClr val="B9D9BE"/>
                </a:solidFill>
                <a:latin typeface="Segoe UI" panose="020B0502040204020203" pitchFamily="34" charset="0"/>
              </a:rPr>
              <a:t>One idea. More possibilities.</a:t>
            </a:r>
          </a:p>
        </p:txBody>
      </p:sp>
    </p:spTree>
    <p:extLst>
      <p:ext uri="{BB962C8B-B14F-4D97-AF65-F5344CB8AC3E}">
        <p14:creationId xmlns:p14="http://schemas.microsoft.com/office/powerpoint/2010/main" val="2706870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7AA703-287F-DCD1-8217-784C8AD39A00}"/>
              </a:ext>
            </a:extLst>
          </p:cNvPr>
          <p:cNvSpPr txBox="1"/>
          <p:nvPr/>
        </p:nvSpPr>
        <p:spPr>
          <a:xfrm>
            <a:off x="533400" y="444499"/>
            <a:ext cx="11125200" cy="673100"/>
          </a:xfrm>
          <a:prstGeom prst="rect">
            <a:avLst/>
          </a:prstGeom>
          <a:noFill/>
        </p:spPr>
        <p:txBody>
          <a:bodyPr vert="horz" wrap="square" lIns="0" tIns="0" rIns="0" bIns="0" rtlCol="0" anchor="t">
            <a:noAutofit/>
          </a:bodyPr>
          <a:lstStyle/>
          <a:p>
            <a:r>
              <a:rPr lang="en-US" sz="3200" b="1">
                <a:solidFill>
                  <a:srgbClr val="213B31"/>
                </a:solidFill>
                <a:latin typeface="Segoe UI" panose="020B0502040204020203" pitchFamily="34" charset="0"/>
              </a:rPr>
              <a:t>Turn an idea into a song.</a:t>
            </a:r>
          </a:p>
        </p:txBody>
      </p:sp>
      <p:sp>
        <p:nvSpPr>
          <p:cNvPr id="3" name="TextBox 2">
            <a:extLst>
              <a:ext uri="{FF2B5EF4-FFF2-40B4-BE49-F238E27FC236}">
                <a16:creationId xmlns:a16="http://schemas.microsoft.com/office/drawing/2014/main" id="{8A4367FC-C00B-0090-28D4-4B185B3B208F}"/>
              </a:ext>
            </a:extLst>
          </p:cNvPr>
          <p:cNvSpPr txBox="1"/>
          <p:nvPr/>
        </p:nvSpPr>
        <p:spPr>
          <a:xfrm>
            <a:off x="558800" y="1193799"/>
            <a:ext cx="11049000" cy="533400"/>
          </a:xfrm>
          <a:prstGeom prst="rect">
            <a:avLst/>
          </a:prstGeom>
          <a:noFill/>
        </p:spPr>
        <p:txBody>
          <a:bodyPr vert="horz" wrap="square" lIns="0" tIns="0" rIns="0" bIns="0" rtlCol="0" anchor="t">
            <a:noAutofit/>
          </a:bodyPr>
          <a:lstStyle/>
          <a:p>
            <a:r>
              <a:rPr lang="en-US" sz="1600">
                <a:solidFill>
                  <a:srgbClr val="5E7165"/>
                </a:solidFill>
                <a:latin typeface="Segoe UI" panose="020B0502040204020203" pitchFamily="34" charset="0"/>
              </a:rPr>
              <a:t>A platform for everyday songwriters - not just a harmony generator.</a:t>
            </a:r>
          </a:p>
        </p:txBody>
      </p:sp>
      <p:cxnSp>
        <p:nvCxnSpPr>
          <p:cNvPr id="4" name="Straight Connector 3">
            <a:extLst>
              <a:ext uri="{FF2B5EF4-FFF2-40B4-BE49-F238E27FC236}">
                <a16:creationId xmlns:a16="http://schemas.microsoft.com/office/drawing/2014/main" id="{74734B62-162D-0DA2-E302-D3BB3408BFE7}"/>
              </a:ext>
            </a:extLst>
          </p:cNvPr>
          <p:cNvCxnSpPr/>
          <p:nvPr/>
        </p:nvCxnSpPr>
        <p:spPr>
          <a:xfrm>
            <a:off x="533400" y="6426200"/>
            <a:ext cx="11125200" cy="0"/>
          </a:xfrm>
          <a:prstGeom prst="line">
            <a:avLst/>
          </a:prstGeom>
          <a:ln w="8890">
            <a:solidFill>
              <a:srgbClr val="D5DFD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2024E75-8AB9-E9B0-2A4C-7C9841145487}"/>
              </a:ext>
            </a:extLst>
          </p:cNvPr>
          <p:cNvSpPr txBox="1"/>
          <p:nvPr/>
        </p:nvSpPr>
        <p:spPr>
          <a:xfrm>
            <a:off x="533400" y="6565900"/>
            <a:ext cx="4191000" cy="177800"/>
          </a:xfrm>
          <a:prstGeom prst="rect">
            <a:avLst/>
          </a:prstGeom>
          <a:noFill/>
        </p:spPr>
        <p:txBody>
          <a:bodyPr vert="horz" wrap="square" lIns="0" tIns="0" rIns="0" bIns="0" rtlCol="0" anchor="t">
            <a:noAutofit/>
          </a:bodyPr>
          <a:lstStyle/>
          <a:p>
            <a:r>
              <a:rPr lang="en-US" sz="950">
                <a:solidFill>
                  <a:srgbClr val="5E7165"/>
                </a:solidFill>
                <a:latin typeface="Segoe UI" panose="020B0502040204020203" pitchFamily="34" charset="0"/>
              </a:rPr>
              <a:t>Songbird  /  Team kickoff  /  14 September 2026</a:t>
            </a:r>
          </a:p>
        </p:txBody>
      </p:sp>
      <p:sp>
        <p:nvSpPr>
          <p:cNvPr id="6" name="TextBox 5">
            <a:extLst>
              <a:ext uri="{FF2B5EF4-FFF2-40B4-BE49-F238E27FC236}">
                <a16:creationId xmlns:a16="http://schemas.microsoft.com/office/drawing/2014/main" id="{67F6887F-E4B5-F49F-B410-D4E9D944745E}"/>
              </a:ext>
            </a:extLst>
          </p:cNvPr>
          <p:cNvSpPr txBox="1"/>
          <p:nvPr/>
        </p:nvSpPr>
        <p:spPr>
          <a:xfrm>
            <a:off x="10998200" y="6553200"/>
            <a:ext cx="660400" cy="190500"/>
          </a:xfrm>
          <a:prstGeom prst="rect">
            <a:avLst/>
          </a:prstGeom>
          <a:noFill/>
        </p:spPr>
        <p:txBody>
          <a:bodyPr vert="horz" wrap="square" lIns="0" tIns="0" rIns="0" bIns="0" rtlCol="0" anchor="t">
            <a:noAutofit/>
          </a:bodyPr>
          <a:lstStyle/>
          <a:p>
            <a:pPr algn="r"/>
            <a:r>
              <a:rPr lang="en-US" sz="1000" b="1">
                <a:solidFill>
                  <a:srgbClr val="5E7165"/>
                </a:solidFill>
                <a:latin typeface="Segoe UI" panose="020B0502040204020203" pitchFamily="34" charset="0"/>
              </a:rPr>
              <a:t>02</a:t>
            </a:r>
          </a:p>
        </p:txBody>
      </p:sp>
      <p:sp>
        <p:nvSpPr>
          <p:cNvPr id="7" name="TextBox 6">
            <a:extLst>
              <a:ext uri="{FF2B5EF4-FFF2-40B4-BE49-F238E27FC236}">
                <a16:creationId xmlns:a16="http://schemas.microsoft.com/office/drawing/2014/main" id="{D4FF76A7-0F58-ABE2-E37C-D81FA006B3C7}"/>
              </a:ext>
            </a:extLst>
          </p:cNvPr>
          <p:cNvSpPr txBox="1"/>
          <p:nvPr/>
        </p:nvSpPr>
        <p:spPr>
          <a:xfrm>
            <a:off x="596900" y="1981199"/>
            <a:ext cx="11036300" cy="1231900"/>
          </a:xfrm>
          <a:prstGeom prst="rect">
            <a:avLst/>
          </a:prstGeom>
          <a:noFill/>
        </p:spPr>
        <p:txBody>
          <a:bodyPr vert="horz" wrap="square" lIns="0" tIns="0" rIns="0" bIns="0" rtlCol="0" anchor="t">
            <a:noAutofit/>
          </a:bodyPr>
          <a:lstStyle/>
          <a:p>
            <a:r>
              <a:rPr lang="en-US" sz="2900" b="1">
                <a:solidFill>
                  <a:srgbClr val="213B31"/>
                </a:solidFill>
                <a:latin typeface="Segoe UI" panose="020B0502040204020203" pitchFamily="34" charset="0"/>
              </a:rPr>
              <a:t>Create music you can play or sing.
Learn the basic theory behind the songs you write.</a:t>
            </a:r>
          </a:p>
        </p:txBody>
      </p:sp>
      <p:cxnSp>
        <p:nvCxnSpPr>
          <p:cNvPr id="8" name="Straight Connector 7">
            <a:extLst>
              <a:ext uri="{FF2B5EF4-FFF2-40B4-BE49-F238E27FC236}">
                <a16:creationId xmlns:a16="http://schemas.microsoft.com/office/drawing/2014/main" id="{994C7CE9-A912-2AB2-ED2C-62077E5222B5}"/>
              </a:ext>
            </a:extLst>
          </p:cNvPr>
          <p:cNvCxnSpPr/>
          <p:nvPr/>
        </p:nvCxnSpPr>
        <p:spPr>
          <a:xfrm>
            <a:off x="609600" y="3479800"/>
            <a:ext cx="11010900" cy="0"/>
          </a:xfrm>
          <a:prstGeom prst="line">
            <a:avLst/>
          </a:prstGeom>
          <a:ln w="12700">
            <a:solidFill>
              <a:srgbClr val="D5DFD7"/>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C2673795-20D9-462B-FB65-0976F35D7EB7}"/>
              </a:ext>
            </a:extLst>
          </p:cNvPr>
          <p:cNvSpPr txBox="1"/>
          <p:nvPr/>
        </p:nvSpPr>
        <p:spPr>
          <a:xfrm>
            <a:off x="609600" y="3759199"/>
            <a:ext cx="5130800" cy="431800"/>
          </a:xfrm>
          <a:prstGeom prst="rect">
            <a:avLst/>
          </a:prstGeom>
          <a:noFill/>
        </p:spPr>
        <p:txBody>
          <a:bodyPr vert="horz" wrap="square" lIns="0" tIns="0" rIns="0" bIns="0" rtlCol="0" anchor="t">
            <a:noAutofit/>
          </a:bodyPr>
          <a:lstStyle/>
          <a:p>
            <a:r>
              <a:rPr lang="en-US" sz="2400" b="1">
                <a:solidFill>
                  <a:srgbClr val="226A53"/>
                </a:solidFill>
                <a:latin typeface="Segoe UI" panose="020B0502040204020203" pitchFamily="34" charset="0"/>
              </a:rPr>
              <a:t>Build the song</a:t>
            </a:r>
          </a:p>
        </p:txBody>
      </p:sp>
      <p:sp>
        <p:nvSpPr>
          <p:cNvPr id="10" name="TextBox 9">
            <a:extLst>
              <a:ext uri="{FF2B5EF4-FFF2-40B4-BE49-F238E27FC236}">
                <a16:creationId xmlns:a16="http://schemas.microsoft.com/office/drawing/2014/main" id="{FD4F0516-F647-9A89-C4E0-BF37697F65E5}"/>
              </a:ext>
            </a:extLst>
          </p:cNvPr>
          <p:cNvSpPr txBox="1"/>
          <p:nvPr/>
        </p:nvSpPr>
        <p:spPr>
          <a:xfrm>
            <a:off x="622300" y="4406899"/>
            <a:ext cx="5092700" cy="1231900"/>
          </a:xfrm>
          <a:prstGeom prst="rect">
            <a:avLst/>
          </a:prstGeom>
          <a:noFill/>
        </p:spPr>
        <p:txBody>
          <a:bodyPr vert="horz" wrap="square" lIns="0" tIns="0" rIns="0" bIns="0" rtlCol="0" anchor="t">
            <a:noAutofit/>
          </a:bodyPr>
          <a:lstStyle/>
          <a:p>
            <a:r>
              <a:rPr lang="en-US" sz="2000">
                <a:solidFill>
                  <a:srgbClr val="213B31"/>
                </a:solidFill>
                <a:latin typeface="Segoe UI" panose="020B0502040204020203" pitchFamily="34" charset="0"/>
              </a:rPr>
              <a:t>Find chords for your melody.
Shape verses and choruses.
Add parts you can play or sing.</a:t>
            </a:r>
          </a:p>
        </p:txBody>
      </p:sp>
      <p:sp>
        <p:nvSpPr>
          <p:cNvPr id="11" name="TextBox 10">
            <a:extLst>
              <a:ext uri="{FF2B5EF4-FFF2-40B4-BE49-F238E27FC236}">
                <a16:creationId xmlns:a16="http://schemas.microsoft.com/office/drawing/2014/main" id="{0EDB940D-B5B9-343C-0A83-7B8401B0760B}"/>
              </a:ext>
            </a:extLst>
          </p:cNvPr>
          <p:cNvSpPr txBox="1"/>
          <p:nvPr/>
        </p:nvSpPr>
        <p:spPr>
          <a:xfrm>
            <a:off x="6350000" y="3759199"/>
            <a:ext cx="5219700" cy="431800"/>
          </a:xfrm>
          <a:prstGeom prst="rect">
            <a:avLst/>
          </a:prstGeom>
          <a:noFill/>
        </p:spPr>
        <p:txBody>
          <a:bodyPr vert="horz" wrap="square" lIns="0" tIns="0" rIns="0" bIns="0" rtlCol="0" anchor="t">
            <a:noAutofit/>
          </a:bodyPr>
          <a:lstStyle/>
          <a:p>
            <a:r>
              <a:rPr lang="en-US" sz="2400" b="1">
                <a:solidFill>
                  <a:srgbClr val="226A53"/>
                </a:solidFill>
                <a:latin typeface="Segoe UI" panose="020B0502040204020203" pitchFamily="34" charset="0"/>
              </a:rPr>
              <a:t>Learn while writing</a:t>
            </a:r>
          </a:p>
        </p:txBody>
      </p:sp>
      <p:sp>
        <p:nvSpPr>
          <p:cNvPr id="12" name="TextBox 11">
            <a:extLst>
              <a:ext uri="{FF2B5EF4-FFF2-40B4-BE49-F238E27FC236}">
                <a16:creationId xmlns:a16="http://schemas.microsoft.com/office/drawing/2014/main" id="{79005A0F-7036-BAAE-3D70-968E4374299C}"/>
              </a:ext>
            </a:extLst>
          </p:cNvPr>
          <p:cNvSpPr txBox="1"/>
          <p:nvPr/>
        </p:nvSpPr>
        <p:spPr>
          <a:xfrm>
            <a:off x="6362700" y="4406899"/>
            <a:ext cx="5194300" cy="1231900"/>
          </a:xfrm>
          <a:prstGeom prst="rect">
            <a:avLst/>
          </a:prstGeom>
          <a:noFill/>
        </p:spPr>
        <p:txBody>
          <a:bodyPr vert="horz" wrap="square" lIns="0" tIns="0" rIns="0" bIns="0" rtlCol="0" anchor="t">
            <a:noAutofit/>
          </a:bodyPr>
          <a:lstStyle/>
          <a:p>
            <a:r>
              <a:rPr lang="en-US" sz="2000">
                <a:solidFill>
                  <a:srgbClr val="5E7165"/>
                </a:solidFill>
                <a:latin typeface="Segoe UI" panose="020B0502040204020203" pitchFamily="34" charset="0"/>
              </a:rPr>
              <a:t>Hear different musical choices.
See why notes and chords fit.
Keep the sound that feels like you.</a:t>
            </a:r>
          </a:p>
        </p:txBody>
      </p:sp>
      <p:sp>
        <p:nvSpPr>
          <p:cNvPr id="13" name="TextBox 12">
            <a:extLst>
              <a:ext uri="{FF2B5EF4-FFF2-40B4-BE49-F238E27FC236}">
                <a16:creationId xmlns:a16="http://schemas.microsoft.com/office/drawing/2014/main" id="{34B0DC43-E8CC-0ABA-012C-D904EF534985}"/>
              </a:ext>
            </a:extLst>
          </p:cNvPr>
          <p:cNvSpPr txBox="1"/>
          <p:nvPr/>
        </p:nvSpPr>
        <p:spPr>
          <a:xfrm>
            <a:off x="609600" y="5880099"/>
            <a:ext cx="10985500" cy="381000"/>
          </a:xfrm>
          <a:prstGeom prst="rect">
            <a:avLst/>
          </a:prstGeom>
          <a:noFill/>
        </p:spPr>
        <p:txBody>
          <a:bodyPr vert="horz" wrap="square" lIns="0" tIns="0" rIns="0" bIns="0" rtlCol="0" anchor="t">
            <a:noAutofit/>
          </a:bodyPr>
          <a:lstStyle/>
          <a:p>
            <a:r>
              <a:rPr lang="en-US" sz="2000" b="1">
                <a:solidFill>
                  <a:srgbClr val="226A53"/>
                </a:solidFill>
                <a:latin typeface="Segoe UI" panose="020B0502040204020203" pitchFamily="34" charset="0"/>
              </a:rPr>
              <a:t>Practical theory for popular songwriting - without needing to study it first.</a:t>
            </a:r>
          </a:p>
        </p:txBody>
      </p:sp>
    </p:spTree>
    <p:extLst>
      <p:ext uri="{BB962C8B-B14F-4D97-AF65-F5344CB8AC3E}">
        <p14:creationId xmlns:p14="http://schemas.microsoft.com/office/powerpoint/2010/main" val="3279102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EACEED-9E8A-15B5-53A2-E63D740157BA}"/>
              </a:ext>
            </a:extLst>
          </p:cNvPr>
          <p:cNvSpPr txBox="1"/>
          <p:nvPr/>
        </p:nvSpPr>
        <p:spPr>
          <a:xfrm>
            <a:off x="533400" y="444499"/>
            <a:ext cx="11125200" cy="673100"/>
          </a:xfrm>
          <a:prstGeom prst="rect">
            <a:avLst/>
          </a:prstGeom>
          <a:noFill/>
        </p:spPr>
        <p:txBody>
          <a:bodyPr vert="horz" wrap="square" lIns="0" tIns="0" rIns="0" bIns="0" rtlCol="0" anchor="t">
            <a:noAutofit/>
          </a:bodyPr>
          <a:lstStyle/>
          <a:p>
            <a:r>
              <a:rPr lang="en-US" sz="3200" b="1">
                <a:solidFill>
                  <a:srgbClr val="213B31"/>
                </a:solidFill>
                <a:latin typeface="Segoe UI" panose="020B0502040204020203" pitchFamily="34" charset="0"/>
              </a:rPr>
              <a:t>From a hummed tune to a song.</a:t>
            </a:r>
          </a:p>
        </p:txBody>
      </p:sp>
      <p:sp>
        <p:nvSpPr>
          <p:cNvPr id="3" name="TextBox 2">
            <a:extLst>
              <a:ext uri="{FF2B5EF4-FFF2-40B4-BE49-F238E27FC236}">
                <a16:creationId xmlns:a16="http://schemas.microsoft.com/office/drawing/2014/main" id="{2EEF42EB-FD53-4233-9ACF-8A72955C688F}"/>
              </a:ext>
            </a:extLst>
          </p:cNvPr>
          <p:cNvSpPr txBox="1"/>
          <p:nvPr/>
        </p:nvSpPr>
        <p:spPr>
          <a:xfrm>
            <a:off x="558800" y="1193799"/>
            <a:ext cx="11049000" cy="533400"/>
          </a:xfrm>
          <a:prstGeom prst="rect">
            <a:avLst/>
          </a:prstGeom>
          <a:noFill/>
        </p:spPr>
        <p:txBody>
          <a:bodyPr vert="horz" wrap="square" lIns="0" tIns="0" rIns="0" bIns="0" rtlCol="0" anchor="t">
            <a:noAutofit/>
          </a:bodyPr>
          <a:lstStyle/>
          <a:p>
            <a:r>
              <a:rPr lang="en-US" sz="1600">
                <a:solidFill>
                  <a:srgbClr val="5E7165"/>
                </a:solidFill>
                <a:latin typeface="Segoe UI" panose="020B0502040204020203" pitchFamily="34" charset="0"/>
              </a:rPr>
              <a:t>A tune from the commute. A voice memo. A starting point for a whole song.</a:t>
            </a:r>
          </a:p>
        </p:txBody>
      </p:sp>
      <p:cxnSp>
        <p:nvCxnSpPr>
          <p:cNvPr id="4" name="Straight Connector 3">
            <a:extLst>
              <a:ext uri="{FF2B5EF4-FFF2-40B4-BE49-F238E27FC236}">
                <a16:creationId xmlns:a16="http://schemas.microsoft.com/office/drawing/2014/main" id="{A3810BF7-A2AD-422E-D63E-D4630602D4AF}"/>
              </a:ext>
            </a:extLst>
          </p:cNvPr>
          <p:cNvCxnSpPr/>
          <p:nvPr/>
        </p:nvCxnSpPr>
        <p:spPr>
          <a:xfrm>
            <a:off x="533400" y="6426200"/>
            <a:ext cx="11125200" cy="0"/>
          </a:xfrm>
          <a:prstGeom prst="line">
            <a:avLst/>
          </a:prstGeom>
          <a:ln w="8890">
            <a:solidFill>
              <a:srgbClr val="D5DFD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F5B0FAFA-6795-2DD2-3DF7-F240CFD4D0F1}"/>
              </a:ext>
            </a:extLst>
          </p:cNvPr>
          <p:cNvSpPr txBox="1"/>
          <p:nvPr/>
        </p:nvSpPr>
        <p:spPr>
          <a:xfrm>
            <a:off x="533400" y="6565900"/>
            <a:ext cx="4191000" cy="177800"/>
          </a:xfrm>
          <a:prstGeom prst="rect">
            <a:avLst/>
          </a:prstGeom>
          <a:noFill/>
        </p:spPr>
        <p:txBody>
          <a:bodyPr vert="horz" wrap="square" lIns="0" tIns="0" rIns="0" bIns="0" rtlCol="0" anchor="t">
            <a:noAutofit/>
          </a:bodyPr>
          <a:lstStyle/>
          <a:p>
            <a:r>
              <a:rPr lang="en-US" sz="950">
                <a:solidFill>
                  <a:srgbClr val="5E7165"/>
                </a:solidFill>
                <a:latin typeface="Segoe UI" panose="020B0502040204020203" pitchFamily="34" charset="0"/>
              </a:rPr>
              <a:t>Songbird  /  Team kickoff  /  14 September 2026</a:t>
            </a:r>
          </a:p>
        </p:txBody>
      </p:sp>
      <p:sp>
        <p:nvSpPr>
          <p:cNvPr id="6" name="TextBox 5">
            <a:extLst>
              <a:ext uri="{FF2B5EF4-FFF2-40B4-BE49-F238E27FC236}">
                <a16:creationId xmlns:a16="http://schemas.microsoft.com/office/drawing/2014/main" id="{19725B42-2B17-3D65-9ADD-5F77B95C28A3}"/>
              </a:ext>
            </a:extLst>
          </p:cNvPr>
          <p:cNvSpPr txBox="1"/>
          <p:nvPr/>
        </p:nvSpPr>
        <p:spPr>
          <a:xfrm>
            <a:off x="10998200" y="6553200"/>
            <a:ext cx="660400" cy="190500"/>
          </a:xfrm>
          <a:prstGeom prst="rect">
            <a:avLst/>
          </a:prstGeom>
          <a:noFill/>
        </p:spPr>
        <p:txBody>
          <a:bodyPr vert="horz" wrap="square" lIns="0" tIns="0" rIns="0" bIns="0" rtlCol="0" anchor="t">
            <a:noAutofit/>
          </a:bodyPr>
          <a:lstStyle/>
          <a:p>
            <a:pPr algn="r"/>
            <a:r>
              <a:rPr lang="en-US" sz="1000" b="1">
                <a:solidFill>
                  <a:srgbClr val="5E7165"/>
                </a:solidFill>
                <a:latin typeface="Segoe UI" panose="020B0502040204020203" pitchFamily="34" charset="0"/>
              </a:rPr>
              <a:t>03</a:t>
            </a:r>
          </a:p>
        </p:txBody>
      </p:sp>
      <p:sp>
        <p:nvSpPr>
          <p:cNvPr id="7" name="Oval 6">
            <a:extLst>
              <a:ext uri="{FF2B5EF4-FFF2-40B4-BE49-F238E27FC236}">
                <a16:creationId xmlns:a16="http://schemas.microsoft.com/office/drawing/2014/main" id="{62FCEEE1-9B2E-82E9-0E4E-0BB3D4FCD5AE}"/>
              </a:ext>
            </a:extLst>
          </p:cNvPr>
          <p:cNvSpPr/>
          <p:nvPr/>
        </p:nvSpPr>
        <p:spPr>
          <a:xfrm>
            <a:off x="584200" y="2120900"/>
            <a:ext cx="482600" cy="482600"/>
          </a:xfrm>
          <a:prstGeom prst="ellipse">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29C58E3-1D17-31EA-E4BA-C3233F36CC6C}"/>
              </a:ext>
            </a:extLst>
          </p:cNvPr>
          <p:cNvSpPr txBox="1"/>
          <p:nvPr/>
        </p:nvSpPr>
        <p:spPr>
          <a:xfrm>
            <a:off x="609600" y="2197099"/>
            <a:ext cx="431800" cy="342900"/>
          </a:xfrm>
          <a:prstGeom prst="rect">
            <a:avLst/>
          </a:prstGeom>
          <a:noFill/>
        </p:spPr>
        <p:txBody>
          <a:bodyPr vert="horz" wrap="square" lIns="0" tIns="0" rIns="0" bIns="0" rtlCol="0" anchor="t">
            <a:noAutofit/>
          </a:bodyPr>
          <a:lstStyle/>
          <a:p>
            <a:pPr algn="ctr"/>
            <a:r>
              <a:rPr lang="en-US" sz="1900" b="1">
                <a:solidFill>
                  <a:srgbClr val="FFFFFF"/>
                </a:solidFill>
                <a:latin typeface="Segoe UI" panose="020B0502040204020203" pitchFamily="34" charset="0"/>
              </a:rPr>
              <a:t>1</a:t>
            </a:r>
          </a:p>
        </p:txBody>
      </p:sp>
      <p:cxnSp>
        <p:nvCxnSpPr>
          <p:cNvPr id="9" name="Straight Connector 8">
            <a:extLst>
              <a:ext uri="{FF2B5EF4-FFF2-40B4-BE49-F238E27FC236}">
                <a16:creationId xmlns:a16="http://schemas.microsoft.com/office/drawing/2014/main" id="{0A044870-F23B-F499-326F-2FE66BADF1D2}"/>
              </a:ext>
            </a:extLst>
          </p:cNvPr>
          <p:cNvCxnSpPr/>
          <p:nvPr/>
        </p:nvCxnSpPr>
        <p:spPr>
          <a:xfrm>
            <a:off x="1206500" y="2349500"/>
            <a:ext cx="1244600" cy="0"/>
          </a:xfrm>
          <a:prstGeom prst="line">
            <a:avLst/>
          </a:prstGeom>
          <a:ln w="19050">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84D4390-F93E-FDC2-9880-F976AA5FE231}"/>
              </a:ext>
            </a:extLst>
          </p:cNvPr>
          <p:cNvCxnSpPr/>
          <p:nvPr/>
        </p:nvCxnSpPr>
        <p:spPr>
          <a:xfrm>
            <a:off x="2374900" y="2286000"/>
            <a:ext cx="76200" cy="63500"/>
          </a:xfrm>
          <a:prstGeom prst="line">
            <a:avLst/>
          </a:prstGeom>
          <a:ln w="19050">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743CFF8-2FF7-A90B-0D0E-13473A685077}"/>
              </a:ext>
            </a:extLst>
          </p:cNvPr>
          <p:cNvCxnSpPr/>
          <p:nvPr/>
        </p:nvCxnSpPr>
        <p:spPr>
          <a:xfrm flipV="1">
            <a:off x="2374900" y="2349500"/>
            <a:ext cx="76200" cy="63500"/>
          </a:xfrm>
          <a:prstGeom prst="line">
            <a:avLst/>
          </a:prstGeom>
          <a:ln w="19050">
            <a:solidFill>
              <a:srgbClr val="D5DFD7"/>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1DD522DB-FE83-ADD5-B8C7-41CE42C689F4}"/>
              </a:ext>
            </a:extLst>
          </p:cNvPr>
          <p:cNvSpPr txBox="1"/>
          <p:nvPr/>
        </p:nvSpPr>
        <p:spPr>
          <a:xfrm>
            <a:off x="584200" y="2895599"/>
            <a:ext cx="2095500" cy="736600"/>
          </a:xfrm>
          <a:prstGeom prst="rect">
            <a:avLst/>
          </a:prstGeom>
          <a:noFill/>
        </p:spPr>
        <p:txBody>
          <a:bodyPr vert="horz" wrap="square" lIns="0" tIns="0" rIns="0" bIns="0" rtlCol="0" anchor="t">
            <a:noAutofit/>
          </a:bodyPr>
          <a:lstStyle/>
          <a:p>
            <a:r>
              <a:rPr lang="en-US" sz="2300" b="1">
                <a:solidFill>
                  <a:srgbClr val="213B31"/>
                </a:solidFill>
                <a:latin typeface="Segoe UI" panose="020B0502040204020203" pitchFamily="34" charset="0"/>
              </a:rPr>
              <a:t>Bring your
tune</a:t>
            </a:r>
          </a:p>
        </p:txBody>
      </p:sp>
      <p:sp>
        <p:nvSpPr>
          <p:cNvPr id="13" name="TextBox 12">
            <a:extLst>
              <a:ext uri="{FF2B5EF4-FFF2-40B4-BE49-F238E27FC236}">
                <a16:creationId xmlns:a16="http://schemas.microsoft.com/office/drawing/2014/main" id="{43CFBB3E-C19B-94C4-5C60-7FAED748F19C}"/>
              </a:ext>
            </a:extLst>
          </p:cNvPr>
          <p:cNvSpPr txBox="1"/>
          <p:nvPr/>
        </p:nvSpPr>
        <p:spPr>
          <a:xfrm>
            <a:off x="584200" y="3809999"/>
            <a:ext cx="2146300" cy="876300"/>
          </a:xfrm>
          <a:prstGeom prst="rect">
            <a:avLst/>
          </a:prstGeom>
          <a:noFill/>
        </p:spPr>
        <p:txBody>
          <a:bodyPr vert="horz" wrap="square" lIns="0" tIns="0" rIns="0" bIns="0" rtlCol="0" anchor="t">
            <a:noAutofit/>
          </a:bodyPr>
          <a:lstStyle/>
          <a:p>
            <a:r>
              <a:rPr lang="en-US" sz="1700">
                <a:solidFill>
                  <a:srgbClr val="5E7165"/>
                </a:solidFill>
                <a:latin typeface="Segoe UI" panose="020B0502040204020203" pitchFamily="34" charset="0"/>
              </a:rPr>
              <a:t>Upload a voice memo
or hum it here.</a:t>
            </a:r>
          </a:p>
        </p:txBody>
      </p:sp>
      <p:sp>
        <p:nvSpPr>
          <p:cNvPr id="14" name="Oval 13">
            <a:extLst>
              <a:ext uri="{FF2B5EF4-FFF2-40B4-BE49-F238E27FC236}">
                <a16:creationId xmlns:a16="http://schemas.microsoft.com/office/drawing/2014/main" id="{61091285-A9A8-3471-2A8D-FA405522D268}"/>
              </a:ext>
            </a:extLst>
          </p:cNvPr>
          <p:cNvSpPr/>
          <p:nvPr/>
        </p:nvSpPr>
        <p:spPr>
          <a:xfrm>
            <a:off x="2832100" y="2120900"/>
            <a:ext cx="482600" cy="482600"/>
          </a:xfrm>
          <a:prstGeom prst="ellipse">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A323E9A-4C34-4B39-CF9E-15E769212306}"/>
              </a:ext>
            </a:extLst>
          </p:cNvPr>
          <p:cNvSpPr txBox="1"/>
          <p:nvPr/>
        </p:nvSpPr>
        <p:spPr>
          <a:xfrm>
            <a:off x="2857500" y="2197099"/>
            <a:ext cx="431800" cy="342900"/>
          </a:xfrm>
          <a:prstGeom prst="rect">
            <a:avLst/>
          </a:prstGeom>
          <a:noFill/>
        </p:spPr>
        <p:txBody>
          <a:bodyPr vert="horz" wrap="square" lIns="0" tIns="0" rIns="0" bIns="0" rtlCol="0" anchor="t">
            <a:noAutofit/>
          </a:bodyPr>
          <a:lstStyle/>
          <a:p>
            <a:pPr algn="ctr"/>
            <a:r>
              <a:rPr lang="en-US" sz="1900" b="1">
                <a:solidFill>
                  <a:srgbClr val="FFFFFF"/>
                </a:solidFill>
                <a:latin typeface="Segoe UI" panose="020B0502040204020203" pitchFamily="34" charset="0"/>
              </a:rPr>
              <a:t>2</a:t>
            </a:r>
          </a:p>
        </p:txBody>
      </p:sp>
      <p:cxnSp>
        <p:nvCxnSpPr>
          <p:cNvPr id="16" name="Straight Connector 15">
            <a:extLst>
              <a:ext uri="{FF2B5EF4-FFF2-40B4-BE49-F238E27FC236}">
                <a16:creationId xmlns:a16="http://schemas.microsoft.com/office/drawing/2014/main" id="{55FBB620-6D11-E006-949E-72EF4117C542}"/>
              </a:ext>
            </a:extLst>
          </p:cNvPr>
          <p:cNvCxnSpPr/>
          <p:nvPr/>
        </p:nvCxnSpPr>
        <p:spPr>
          <a:xfrm>
            <a:off x="3454400" y="2349500"/>
            <a:ext cx="1244600" cy="0"/>
          </a:xfrm>
          <a:prstGeom prst="line">
            <a:avLst/>
          </a:prstGeom>
          <a:ln w="19050">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C086C11-93BF-E41D-12CD-F8F3A8CB6FC2}"/>
              </a:ext>
            </a:extLst>
          </p:cNvPr>
          <p:cNvCxnSpPr/>
          <p:nvPr/>
        </p:nvCxnSpPr>
        <p:spPr>
          <a:xfrm>
            <a:off x="4622800" y="2286000"/>
            <a:ext cx="76200" cy="63500"/>
          </a:xfrm>
          <a:prstGeom prst="line">
            <a:avLst/>
          </a:prstGeom>
          <a:ln w="19050">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68B08FBC-AD93-8786-18F6-DD558725C5FA}"/>
              </a:ext>
            </a:extLst>
          </p:cNvPr>
          <p:cNvCxnSpPr/>
          <p:nvPr/>
        </p:nvCxnSpPr>
        <p:spPr>
          <a:xfrm flipV="1">
            <a:off x="4622800" y="2349500"/>
            <a:ext cx="76200" cy="63500"/>
          </a:xfrm>
          <a:prstGeom prst="line">
            <a:avLst/>
          </a:prstGeom>
          <a:ln w="19050">
            <a:solidFill>
              <a:srgbClr val="D5DFD7"/>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9F9261B-0E61-B698-A3CE-4B52A088D8C2}"/>
              </a:ext>
            </a:extLst>
          </p:cNvPr>
          <p:cNvSpPr txBox="1"/>
          <p:nvPr/>
        </p:nvSpPr>
        <p:spPr>
          <a:xfrm>
            <a:off x="2832100" y="2895599"/>
            <a:ext cx="2095500" cy="736600"/>
          </a:xfrm>
          <a:prstGeom prst="rect">
            <a:avLst/>
          </a:prstGeom>
          <a:noFill/>
        </p:spPr>
        <p:txBody>
          <a:bodyPr vert="horz" wrap="square" lIns="0" tIns="0" rIns="0" bIns="0" rtlCol="0" anchor="t">
            <a:noAutofit/>
          </a:bodyPr>
          <a:lstStyle/>
          <a:p>
            <a:r>
              <a:rPr lang="en-US" sz="2300" b="1">
                <a:solidFill>
                  <a:srgbClr val="213B31"/>
                </a:solidFill>
                <a:latin typeface="Segoe UI" panose="020B0502040204020203" pitchFamily="34" charset="0"/>
              </a:rPr>
              <a:t>Explore your
melody</a:t>
            </a:r>
          </a:p>
        </p:txBody>
      </p:sp>
      <p:sp>
        <p:nvSpPr>
          <p:cNvPr id="20" name="TextBox 19">
            <a:extLst>
              <a:ext uri="{FF2B5EF4-FFF2-40B4-BE49-F238E27FC236}">
                <a16:creationId xmlns:a16="http://schemas.microsoft.com/office/drawing/2014/main" id="{C3E3F14C-67A8-BA76-4004-2C2E12618258}"/>
              </a:ext>
            </a:extLst>
          </p:cNvPr>
          <p:cNvSpPr txBox="1"/>
          <p:nvPr/>
        </p:nvSpPr>
        <p:spPr>
          <a:xfrm>
            <a:off x="2832100" y="3809999"/>
            <a:ext cx="2146300" cy="876300"/>
          </a:xfrm>
          <a:prstGeom prst="rect">
            <a:avLst/>
          </a:prstGeom>
          <a:noFill/>
        </p:spPr>
        <p:txBody>
          <a:bodyPr vert="horz" wrap="square" lIns="0" tIns="0" rIns="0" bIns="0" rtlCol="0" anchor="t">
            <a:noAutofit/>
          </a:bodyPr>
          <a:lstStyle/>
          <a:p>
            <a:r>
              <a:rPr lang="en-US" sz="1700">
                <a:solidFill>
                  <a:srgbClr val="5E7165"/>
                </a:solidFill>
                <a:latin typeface="Segoe UI" panose="020B0502040204020203" pitchFamily="34" charset="0"/>
              </a:rPr>
              <a:t>See editable notes.
Try suggested keys.</a:t>
            </a:r>
          </a:p>
        </p:txBody>
      </p:sp>
      <p:sp>
        <p:nvSpPr>
          <p:cNvPr id="21" name="Oval 20">
            <a:extLst>
              <a:ext uri="{FF2B5EF4-FFF2-40B4-BE49-F238E27FC236}">
                <a16:creationId xmlns:a16="http://schemas.microsoft.com/office/drawing/2014/main" id="{F6B8D6AC-5556-E4B2-5147-68FF1438E884}"/>
              </a:ext>
            </a:extLst>
          </p:cNvPr>
          <p:cNvSpPr/>
          <p:nvPr/>
        </p:nvSpPr>
        <p:spPr>
          <a:xfrm>
            <a:off x="5080000" y="2120900"/>
            <a:ext cx="482600" cy="482600"/>
          </a:xfrm>
          <a:prstGeom prst="ellipse">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AC3287F-1930-06A0-CF2F-0D3567AAFF5A}"/>
              </a:ext>
            </a:extLst>
          </p:cNvPr>
          <p:cNvSpPr txBox="1"/>
          <p:nvPr/>
        </p:nvSpPr>
        <p:spPr>
          <a:xfrm>
            <a:off x="5105400" y="2197099"/>
            <a:ext cx="431800" cy="342900"/>
          </a:xfrm>
          <a:prstGeom prst="rect">
            <a:avLst/>
          </a:prstGeom>
          <a:noFill/>
        </p:spPr>
        <p:txBody>
          <a:bodyPr vert="horz" wrap="square" lIns="0" tIns="0" rIns="0" bIns="0" rtlCol="0" anchor="t">
            <a:noAutofit/>
          </a:bodyPr>
          <a:lstStyle/>
          <a:p>
            <a:pPr algn="ctr"/>
            <a:r>
              <a:rPr lang="en-US" sz="1900" b="1">
                <a:solidFill>
                  <a:srgbClr val="FFFFFF"/>
                </a:solidFill>
                <a:latin typeface="Segoe UI" panose="020B0502040204020203" pitchFamily="34" charset="0"/>
              </a:rPr>
              <a:t>3</a:t>
            </a:r>
          </a:p>
        </p:txBody>
      </p:sp>
      <p:cxnSp>
        <p:nvCxnSpPr>
          <p:cNvPr id="23" name="Straight Connector 22">
            <a:extLst>
              <a:ext uri="{FF2B5EF4-FFF2-40B4-BE49-F238E27FC236}">
                <a16:creationId xmlns:a16="http://schemas.microsoft.com/office/drawing/2014/main" id="{8ED808C5-9EF2-51A6-18E7-8D49738D2005}"/>
              </a:ext>
            </a:extLst>
          </p:cNvPr>
          <p:cNvCxnSpPr/>
          <p:nvPr/>
        </p:nvCxnSpPr>
        <p:spPr>
          <a:xfrm>
            <a:off x="5702300" y="2349500"/>
            <a:ext cx="1244600" cy="0"/>
          </a:xfrm>
          <a:prstGeom prst="line">
            <a:avLst/>
          </a:prstGeom>
          <a:ln w="19050">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AB02CF9C-76B2-1810-E3DF-81085046001E}"/>
              </a:ext>
            </a:extLst>
          </p:cNvPr>
          <p:cNvCxnSpPr/>
          <p:nvPr/>
        </p:nvCxnSpPr>
        <p:spPr>
          <a:xfrm>
            <a:off x="6870700" y="2286000"/>
            <a:ext cx="76200" cy="63500"/>
          </a:xfrm>
          <a:prstGeom prst="line">
            <a:avLst/>
          </a:prstGeom>
          <a:ln w="19050">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F2C3ADF-BBAC-E9EB-B75D-EAF642201037}"/>
              </a:ext>
            </a:extLst>
          </p:cNvPr>
          <p:cNvCxnSpPr/>
          <p:nvPr/>
        </p:nvCxnSpPr>
        <p:spPr>
          <a:xfrm flipV="1">
            <a:off x="6870700" y="2349500"/>
            <a:ext cx="76200" cy="63500"/>
          </a:xfrm>
          <a:prstGeom prst="line">
            <a:avLst/>
          </a:prstGeom>
          <a:ln w="19050">
            <a:solidFill>
              <a:srgbClr val="D5DFD7"/>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F702E90A-7B46-37E6-C6E1-5D10B76C76DD}"/>
              </a:ext>
            </a:extLst>
          </p:cNvPr>
          <p:cNvSpPr txBox="1"/>
          <p:nvPr/>
        </p:nvSpPr>
        <p:spPr>
          <a:xfrm>
            <a:off x="5080000" y="2895599"/>
            <a:ext cx="2095500" cy="736600"/>
          </a:xfrm>
          <a:prstGeom prst="rect">
            <a:avLst/>
          </a:prstGeom>
          <a:noFill/>
        </p:spPr>
        <p:txBody>
          <a:bodyPr vert="horz" wrap="square" lIns="0" tIns="0" rIns="0" bIns="0" rtlCol="0" anchor="t">
            <a:noAutofit/>
          </a:bodyPr>
          <a:lstStyle/>
          <a:p>
            <a:r>
              <a:rPr lang="en-US" sz="2300" b="1">
                <a:solidFill>
                  <a:srgbClr val="213B31"/>
                </a:solidFill>
                <a:latin typeface="Segoe UI" panose="020B0502040204020203" pitchFamily="34" charset="0"/>
              </a:rPr>
              <a:t>Build the
backing</a:t>
            </a:r>
          </a:p>
        </p:txBody>
      </p:sp>
      <p:sp>
        <p:nvSpPr>
          <p:cNvPr id="27" name="TextBox 26">
            <a:extLst>
              <a:ext uri="{FF2B5EF4-FFF2-40B4-BE49-F238E27FC236}">
                <a16:creationId xmlns:a16="http://schemas.microsoft.com/office/drawing/2014/main" id="{A03E07F5-F643-1D3D-790A-4828943CD8C9}"/>
              </a:ext>
            </a:extLst>
          </p:cNvPr>
          <p:cNvSpPr txBox="1"/>
          <p:nvPr/>
        </p:nvSpPr>
        <p:spPr>
          <a:xfrm>
            <a:off x="5080000" y="3809999"/>
            <a:ext cx="2146300" cy="876300"/>
          </a:xfrm>
          <a:prstGeom prst="rect">
            <a:avLst/>
          </a:prstGeom>
          <a:noFill/>
        </p:spPr>
        <p:txBody>
          <a:bodyPr vert="horz" wrap="square" lIns="0" tIns="0" rIns="0" bIns="0" rtlCol="0" anchor="t">
            <a:noAutofit/>
          </a:bodyPr>
          <a:lstStyle/>
          <a:p>
            <a:r>
              <a:rPr lang="en-US" sz="1700">
                <a:solidFill>
                  <a:srgbClr val="5E7165"/>
                </a:solidFill>
                <a:latin typeface="Segoe UI" panose="020B0502040204020203" pitchFamily="34" charset="0"/>
              </a:rPr>
              <a:t>Try chords and
verse / chorus ideas.</a:t>
            </a:r>
          </a:p>
        </p:txBody>
      </p:sp>
      <p:sp>
        <p:nvSpPr>
          <p:cNvPr id="28" name="Oval 27">
            <a:extLst>
              <a:ext uri="{FF2B5EF4-FFF2-40B4-BE49-F238E27FC236}">
                <a16:creationId xmlns:a16="http://schemas.microsoft.com/office/drawing/2014/main" id="{8C200047-FD81-B2D7-5905-344A46F715E7}"/>
              </a:ext>
            </a:extLst>
          </p:cNvPr>
          <p:cNvSpPr/>
          <p:nvPr/>
        </p:nvSpPr>
        <p:spPr>
          <a:xfrm>
            <a:off x="7327900" y="2120900"/>
            <a:ext cx="482600" cy="482600"/>
          </a:xfrm>
          <a:prstGeom prst="ellipse">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B552432-AC0A-8B63-CCAA-991BFC410A6D}"/>
              </a:ext>
            </a:extLst>
          </p:cNvPr>
          <p:cNvSpPr txBox="1"/>
          <p:nvPr/>
        </p:nvSpPr>
        <p:spPr>
          <a:xfrm>
            <a:off x="7353300" y="2197099"/>
            <a:ext cx="431800" cy="342900"/>
          </a:xfrm>
          <a:prstGeom prst="rect">
            <a:avLst/>
          </a:prstGeom>
          <a:noFill/>
        </p:spPr>
        <p:txBody>
          <a:bodyPr vert="horz" wrap="square" lIns="0" tIns="0" rIns="0" bIns="0" rtlCol="0" anchor="t">
            <a:noAutofit/>
          </a:bodyPr>
          <a:lstStyle/>
          <a:p>
            <a:pPr algn="ctr"/>
            <a:r>
              <a:rPr lang="en-US" sz="1900" b="1">
                <a:solidFill>
                  <a:srgbClr val="FFFFFF"/>
                </a:solidFill>
                <a:latin typeface="Segoe UI" panose="020B0502040204020203" pitchFamily="34" charset="0"/>
              </a:rPr>
              <a:t>4</a:t>
            </a:r>
          </a:p>
        </p:txBody>
      </p:sp>
      <p:cxnSp>
        <p:nvCxnSpPr>
          <p:cNvPr id="30" name="Straight Connector 29">
            <a:extLst>
              <a:ext uri="{FF2B5EF4-FFF2-40B4-BE49-F238E27FC236}">
                <a16:creationId xmlns:a16="http://schemas.microsoft.com/office/drawing/2014/main" id="{55A868BB-AAA9-3A78-50B2-B74935B9ED41}"/>
              </a:ext>
            </a:extLst>
          </p:cNvPr>
          <p:cNvCxnSpPr/>
          <p:nvPr/>
        </p:nvCxnSpPr>
        <p:spPr>
          <a:xfrm>
            <a:off x="7950200" y="2349500"/>
            <a:ext cx="1244600" cy="0"/>
          </a:xfrm>
          <a:prstGeom prst="line">
            <a:avLst/>
          </a:prstGeom>
          <a:ln w="19050">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06C949D8-FF8E-1D39-2EDE-838BCEB17D13}"/>
              </a:ext>
            </a:extLst>
          </p:cNvPr>
          <p:cNvCxnSpPr/>
          <p:nvPr/>
        </p:nvCxnSpPr>
        <p:spPr>
          <a:xfrm>
            <a:off x="9118600" y="2286000"/>
            <a:ext cx="76200" cy="63500"/>
          </a:xfrm>
          <a:prstGeom prst="line">
            <a:avLst/>
          </a:prstGeom>
          <a:ln w="19050">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ED3660-9520-BD37-35A5-11A043E6E583}"/>
              </a:ext>
            </a:extLst>
          </p:cNvPr>
          <p:cNvCxnSpPr/>
          <p:nvPr/>
        </p:nvCxnSpPr>
        <p:spPr>
          <a:xfrm flipV="1">
            <a:off x="9118600" y="2349500"/>
            <a:ext cx="76200" cy="63500"/>
          </a:xfrm>
          <a:prstGeom prst="line">
            <a:avLst/>
          </a:prstGeom>
          <a:ln w="19050">
            <a:solidFill>
              <a:srgbClr val="D5DFD7"/>
            </a:solidFill>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1C3BACAC-B9AF-20F9-B75A-D20B04EB6284}"/>
              </a:ext>
            </a:extLst>
          </p:cNvPr>
          <p:cNvSpPr txBox="1"/>
          <p:nvPr/>
        </p:nvSpPr>
        <p:spPr>
          <a:xfrm>
            <a:off x="7327900" y="2895599"/>
            <a:ext cx="2095500" cy="736600"/>
          </a:xfrm>
          <a:prstGeom prst="rect">
            <a:avLst/>
          </a:prstGeom>
          <a:noFill/>
        </p:spPr>
        <p:txBody>
          <a:bodyPr vert="horz" wrap="square" lIns="0" tIns="0" rIns="0" bIns="0" rtlCol="0" anchor="t">
            <a:noAutofit/>
          </a:bodyPr>
          <a:lstStyle/>
          <a:p>
            <a:r>
              <a:rPr lang="en-US" sz="2300" b="1">
                <a:solidFill>
                  <a:srgbClr val="213B31"/>
                </a:solidFill>
                <a:latin typeface="Segoe UI" panose="020B0502040204020203" pitchFamily="34" charset="0"/>
              </a:rPr>
              <a:t>Add harmony
parts</a:t>
            </a:r>
          </a:p>
        </p:txBody>
      </p:sp>
      <p:sp>
        <p:nvSpPr>
          <p:cNvPr id="34" name="TextBox 33">
            <a:extLst>
              <a:ext uri="{FF2B5EF4-FFF2-40B4-BE49-F238E27FC236}">
                <a16:creationId xmlns:a16="http://schemas.microsoft.com/office/drawing/2014/main" id="{A4DE052C-5F22-0020-2589-32C68940EFAD}"/>
              </a:ext>
            </a:extLst>
          </p:cNvPr>
          <p:cNvSpPr txBox="1"/>
          <p:nvPr/>
        </p:nvSpPr>
        <p:spPr>
          <a:xfrm>
            <a:off x="7327900" y="3809999"/>
            <a:ext cx="2146300" cy="876300"/>
          </a:xfrm>
          <a:prstGeom prst="rect">
            <a:avLst/>
          </a:prstGeom>
          <a:noFill/>
        </p:spPr>
        <p:txBody>
          <a:bodyPr vert="horz" wrap="square" lIns="0" tIns="0" rIns="0" bIns="0" rtlCol="0" anchor="t">
            <a:noAutofit/>
          </a:bodyPr>
          <a:lstStyle/>
          <a:p>
            <a:r>
              <a:rPr lang="en-US" sz="1700">
                <a:solidFill>
                  <a:srgbClr val="5E7165"/>
                </a:solidFill>
                <a:latin typeface="Segoe UI" panose="020B0502040204020203" pitchFamily="34" charset="0"/>
              </a:rPr>
              <a:t>Explore vocal parts.
Hear the song grow.</a:t>
            </a:r>
          </a:p>
        </p:txBody>
      </p:sp>
      <p:sp>
        <p:nvSpPr>
          <p:cNvPr id="35" name="Oval 34">
            <a:extLst>
              <a:ext uri="{FF2B5EF4-FFF2-40B4-BE49-F238E27FC236}">
                <a16:creationId xmlns:a16="http://schemas.microsoft.com/office/drawing/2014/main" id="{D20811F2-9572-4374-DC31-2FA71F318E65}"/>
              </a:ext>
            </a:extLst>
          </p:cNvPr>
          <p:cNvSpPr/>
          <p:nvPr/>
        </p:nvSpPr>
        <p:spPr>
          <a:xfrm>
            <a:off x="9575800" y="2120900"/>
            <a:ext cx="482600" cy="482600"/>
          </a:xfrm>
          <a:prstGeom prst="ellipse">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E54EEE84-B395-0F5E-062F-398033DFFC9D}"/>
              </a:ext>
            </a:extLst>
          </p:cNvPr>
          <p:cNvSpPr txBox="1"/>
          <p:nvPr/>
        </p:nvSpPr>
        <p:spPr>
          <a:xfrm>
            <a:off x="9601200" y="2197099"/>
            <a:ext cx="431800" cy="342900"/>
          </a:xfrm>
          <a:prstGeom prst="rect">
            <a:avLst/>
          </a:prstGeom>
          <a:noFill/>
        </p:spPr>
        <p:txBody>
          <a:bodyPr vert="horz" wrap="square" lIns="0" tIns="0" rIns="0" bIns="0" rtlCol="0" anchor="t">
            <a:noAutofit/>
          </a:bodyPr>
          <a:lstStyle/>
          <a:p>
            <a:pPr algn="ctr"/>
            <a:r>
              <a:rPr lang="en-US" sz="1900" b="1">
                <a:solidFill>
                  <a:srgbClr val="FFFFFF"/>
                </a:solidFill>
                <a:latin typeface="Segoe UI" panose="020B0502040204020203" pitchFamily="34" charset="0"/>
              </a:rPr>
              <a:t>5</a:t>
            </a:r>
          </a:p>
        </p:txBody>
      </p:sp>
      <p:sp>
        <p:nvSpPr>
          <p:cNvPr id="37" name="TextBox 36">
            <a:extLst>
              <a:ext uri="{FF2B5EF4-FFF2-40B4-BE49-F238E27FC236}">
                <a16:creationId xmlns:a16="http://schemas.microsoft.com/office/drawing/2014/main" id="{D912A7FE-0AE9-35F9-9E97-A4AC98F50E94}"/>
              </a:ext>
            </a:extLst>
          </p:cNvPr>
          <p:cNvSpPr txBox="1"/>
          <p:nvPr/>
        </p:nvSpPr>
        <p:spPr>
          <a:xfrm>
            <a:off x="9575800" y="2895599"/>
            <a:ext cx="2095500" cy="736600"/>
          </a:xfrm>
          <a:prstGeom prst="rect">
            <a:avLst/>
          </a:prstGeom>
          <a:noFill/>
        </p:spPr>
        <p:txBody>
          <a:bodyPr vert="horz" wrap="square" lIns="0" tIns="0" rIns="0" bIns="0" rtlCol="0" anchor="t">
            <a:noAutofit/>
          </a:bodyPr>
          <a:lstStyle/>
          <a:p>
            <a:r>
              <a:rPr lang="en-US" sz="2300" b="1">
                <a:solidFill>
                  <a:srgbClr val="213B31"/>
                </a:solidFill>
                <a:latin typeface="Segoe UI" panose="020B0502040204020203" pitchFamily="34" charset="0"/>
              </a:rPr>
              <a:t>Make it
your song</a:t>
            </a:r>
          </a:p>
        </p:txBody>
      </p:sp>
      <p:sp>
        <p:nvSpPr>
          <p:cNvPr id="38" name="TextBox 37">
            <a:extLst>
              <a:ext uri="{FF2B5EF4-FFF2-40B4-BE49-F238E27FC236}">
                <a16:creationId xmlns:a16="http://schemas.microsoft.com/office/drawing/2014/main" id="{08293F1D-93C3-E6D8-0624-860339EB548F}"/>
              </a:ext>
            </a:extLst>
          </p:cNvPr>
          <p:cNvSpPr txBox="1"/>
          <p:nvPr/>
        </p:nvSpPr>
        <p:spPr>
          <a:xfrm>
            <a:off x="9575800" y="3809999"/>
            <a:ext cx="2146300" cy="876300"/>
          </a:xfrm>
          <a:prstGeom prst="rect">
            <a:avLst/>
          </a:prstGeom>
          <a:noFill/>
        </p:spPr>
        <p:txBody>
          <a:bodyPr vert="horz" wrap="square" lIns="0" tIns="0" rIns="0" bIns="0" rtlCol="0" anchor="t">
            <a:noAutofit/>
          </a:bodyPr>
          <a:lstStyle/>
          <a:p>
            <a:r>
              <a:rPr lang="en-US" sz="1700">
                <a:solidFill>
                  <a:srgbClr val="5E7165"/>
                </a:solidFill>
                <a:latin typeface="Segoe UI" panose="020B0502040204020203" pitchFamily="34" charset="0"/>
              </a:rPr>
              <a:t>Play, rehearse, and
record your song.</a:t>
            </a:r>
          </a:p>
        </p:txBody>
      </p:sp>
      <p:sp>
        <p:nvSpPr>
          <p:cNvPr id="39" name="Rectangle: Rounded Corners 38">
            <a:extLst>
              <a:ext uri="{FF2B5EF4-FFF2-40B4-BE49-F238E27FC236}">
                <a16:creationId xmlns:a16="http://schemas.microsoft.com/office/drawing/2014/main" id="{3E015DF4-93A6-BF1A-8311-A1842EFC462D}"/>
              </a:ext>
            </a:extLst>
          </p:cNvPr>
          <p:cNvSpPr/>
          <p:nvPr/>
        </p:nvSpPr>
        <p:spPr>
          <a:xfrm>
            <a:off x="5080000" y="4838700"/>
            <a:ext cx="2044700" cy="317500"/>
          </a:xfrm>
          <a:prstGeom prst="roundRect">
            <a:avLst>
              <a:gd name="adj" fmla="val 12000"/>
            </a:avLst>
          </a:prstGeom>
          <a:solidFill>
            <a:srgbClr val="E5F0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519A9AE1-764E-8197-E188-CB983407539A}"/>
              </a:ext>
            </a:extLst>
          </p:cNvPr>
          <p:cNvSpPr txBox="1"/>
          <p:nvPr/>
        </p:nvSpPr>
        <p:spPr>
          <a:xfrm>
            <a:off x="5181600" y="4902200"/>
            <a:ext cx="1841500" cy="203200"/>
          </a:xfrm>
          <a:prstGeom prst="rect">
            <a:avLst/>
          </a:prstGeom>
          <a:noFill/>
        </p:spPr>
        <p:txBody>
          <a:bodyPr vert="horz" wrap="square" lIns="0" tIns="0" rIns="0" bIns="0" rtlCol="0" anchor="t">
            <a:noAutofit/>
          </a:bodyPr>
          <a:lstStyle/>
          <a:p>
            <a:pPr algn="ctr"/>
            <a:r>
              <a:rPr lang="en-US" sz="1050" b="1">
                <a:solidFill>
                  <a:srgbClr val="226A53"/>
                </a:solidFill>
                <a:latin typeface="Segoe UI" panose="020B0502040204020203" pitchFamily="34" charset="0"/>
              </a:rPr>
              <a:t>CHORD WORKSHOP</a:t>
            </a:r>
          </a:p>
        </p:txBody>
      </p:sp>
      <p:sp>
        <p:nvSpPr>
          <p:cNvPr id="41" name="Rectangle: Rounded Corners 40">
            <a:extLst>
              <a:ext uri="{FF2B5EF4-FFF2-40B4-BE49-F238E27FC236}">
                <a16:creationId xmlns:a16="http://schemas.microsoft.com/office/drawing/2014/main" id="{DF217309-02E6-AAA7-17E6-8E91454AB840}"/>
              </a:ext>
            </a:extLst>
          </p:cNvPr>
          <p:cNvSpPr/>
          <p:nvPr/>
        </p:nvSpPr>
        <p:spPr>
          <a:xfrm>
            <a:off x="7327900" y="4838700"/>
            <a:ext cx="2044700" cy="317500"/>
          </a:xfrm>
          <a:prstGeom prst="roundRect">
            <a:avLst>
              <a:gd name="adj" fmla="val 12000"/>
            </a:avLst>
          </a:prstGeom>
          <a:solidFill>
            <a:srgbClr val="E5F0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107F8A20-332B-95A7-BBB3-C522B16AD067}"/>
              </a:ext>
            </a:extLst>
          </p:cNvPr>
          <p:cNvSpPr txBox="1"/>
          <p:nvPr/>
        </p:nvSpPr>
        <p:spPr>
          <a:xfrm>
            <a:off x="7429500" y="4902200"/>
            <a:ext cx="1841500" cy="203200"/>
          </a:xfrm>
          <a:prstGeom prst="rect">
            <a:avLst/>
          </a:prstGeom>
          <a:noFill/>
        </p:spPr>
        <p:txBody>
          <a:bodyPr vert="horz" wrap="square" lIns="0" tIns="0" rIns="0" bIns="0" rtlCol="0" anchor="t">
            <a:noAutofit/>
          </a:bodyPr>
          <a:lstStyle/>
          <a:p>
            <a:pPr algn="ctr"/>
            <a:r>
              <a:rPr lang="en-US" sz="1050" b="1">
                <a:solidFill>
                  <a:srgbClr val="226A53"/>
                </a:solidFill>
                <a:latin typeface="Segoe UI" panose="020B0502040204020203" pitchFamily="34" charset="0"/>
              </a:rPr>
              <a:t>HARMONIZER</a:t>
            </a:r>
          </a:p>
        </p:txBody>
      </p:sp>
      <p:sp>
        <p:nvSpPr>
          <p:cNvPr id="43" name="Rectangle: Rounded Corners 42">
            <a:extLst>
              <a:ext uri="{FF2B5EF4-FFF2-40B4-BE49-F238E27FC236}">
                <a16:creationId xmlns:a16="http://schemas.microsoft.com/office/drawing/2014/main" id="{3D3289C9-1F8F-CF2F-B1B8-C5398ED8AC55}"/>
              </a:ext>
            </a:extLst>
          </p:cNvPr>
          <p:cNvSpPr/>
          <p:nvPr/>
        </p:nvSpPr>
        <p:spPr>
          <a:xfrm>
            <a:off x="571500" y="5626100"/>
            <a:ext cx="11074400" cy="558800"/>
          </a:xfrm>
          <a:prstGeom prst="roundRect">
            <a:avLst>
              <a:gd name="adj" fmla="val 12000"/>
            </a:avLst>
          </a:prstGeom>
          <a:solidFill>
            <a:srgbClr val="E5F0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F0BDE297-C231-05B8-7EB1-A4E46DF02184}"/>
              </a:ext>
            </a:extLst>
          </p:cNvPr>
          <p:cNvSpPr txBox="1"/>
          <p:nvPr/>
        </p:nvSpPr>
        <p:spPr>
          <a:xfrm>
            <a:off x="787400" y="5740399"/>
            <a:ext cx="10642600" cy="381000"/>
          </a:xfrm>
          <a:prstGeom prst="rect">
            <a:avLst/>
          </a:prstGeom>
          <a:noFill/>
        </p:spPr>
        <p:txBody>
          <a:bodyPr vert="horz" wrap="square" lIns="0" tIns="0" rIns="0" bIns="0" rtlCol="0" anchor="t">
            <a:noAutofit/>
          </a:bodyPr>
          <a:lstStyle/>
          <a:p>
            <a:pPr algn="ctr"/>
            <a:r>
              <a:rPr lang="en-US" sz="2000" b="1">
                <a:solidFill>
                  <a:srgbClr val="226A53"/>
                </a:solidFill>
                <a:latin typeface="Segoe UI" panose="020B0502040204020203" pitchFamily="34" charset="0"/>
              </a:rPr>
              <a:t>Key, tempo, and chords are choices along the way - not entry requirements.</a:t>
            </a:r>
          </a:p>
        </p:txBody>
      </p:sp>
    </p:spTree>
    <p:extLst>
      <p:ext uri="{BB962C8B-B14F-4D97-AF65-F5344CB8AC3E}">
        <p14:creationId xmlns:p14="http://schemas.microsoft.com/office/powerpoint/2010/main" val="2867803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80A536-E1CF-1772-7A7D-ED225C0BFB40}"/>
              </a:ext>
            </a:extLst>
          </p:cNvPr>
          <p:cNvSpPr txBox="1"/>
          <p:nvPr/>
        </p:nvSpPr>
        <p:spPr>
          <a:xfrm>
            <a:off x="533400" y="444499"/>
            <a:ext cx="11125200" cy="673100"/>
          </a:xfrm>
          <a:prstGeom prst="rect">
            <a:avLst/>
          </a:prstGeom>
          <a:noFill/>
        </p:spPr>
        <p:txBody>
          <a:bodyPr vert="horz" wrap="square" lIns="0" tIns="0" rIns="0" bIns="0" rtlCol="0" anchor="t">
            <a:noAutofit/>
          </a:bodyPr>
          <a:lstStyle/>
          <a:p>
            <a:r>
              <a:rPr lang="en-US" sz="3200" b="1">
                <a:solidFill>
                  <a:srgbClr val="213B31"/>
                </a:solidFill>
                <a:latin typeface="Segoe UI" panose="020B0502040204020203" pitchFamily="34" charset="0"/>
              </a:rPr>
              <a:t>Harmonizer: add voices around your melody.</a:t>
            </a:r>
          </a:p>
        </p:txBody>
      </p:sp>
      <p:sp>
        <p:nvSpPr>
          <p:cNvPr id="3" name="TextBox 2">
            <a:extLst>
              <a:ext uri="{FF2B5EF4-FFF2-40B4-BE49-F238E27FC236}">
                <a16:creationId xmlns:a16="http://schemas.microsoft.com/office/drawing/2014/main" id="{006FEE4F-B0BD-FE7A-0881-AD3B714620BB}"/>
              </a:ext>
            </a:extLst>
          </p:cNvPr>
          <p:cNvSpPr txBox="1"/>
          <p:nvPr/>
        </p:nvSpPr>
        <p:spPr>
          <a:xfrm>
            <a:off x="558800" y="1193799"/>
            <a:ext cx="11049000" cy="533400"/>
          </a:xfrm>
          <a:prstGeom prst="rect">
            <a:avLst/>
          </a:prstGeom>
          <a:noFill/>
        </p:spPr>
        <p:txBody>
          <a:bodyPr vert="horz" wrap="square" lIns="0" tIns="0" rIns="0" bIns="0" rtlCol="0" anchor="t">
            <a:noAutofit/>
          </a:bodyPr>
          <a:lstStyle/>
          <a:p>
            <a:r>
              <a:rPr lang="en-US" sz="1600">
                <a:solidFill>
                  <a:srgbClr val="5E7165"/>
                </a:solidFill>
                <a:latin typeface="Segoe UI" panose="020B0502040204020203" pitchFamily="34" charset="0"/>
              </a:rPr>
              <a:t>One lead melody in. Up to four added harmony lines to hear, edit, and sing.</a:t>
            </a:r>
          </a:p>
        </p:txBody>
      </p:sp>
      <p:cxnSp>
        <p:nvCxnSpPr>
          <p:cNvPr id="4" name="Straight Connector 3">
            <a:extLst>
              <a:ext uri="{FF2B5EF4-FFF2-40B4-BE49-F238E27FC236}">
                <a16:creationId xmlns:a16="http://schemas.microsoft.com/office/drawing/2014/main" id="{4205B029-F702-998C-322F-6B1C36D290C1}"/>
              </a:ext>
            </a:extLst>
          </p:cNvPr>
          <p:cNvCxnSpPr/>
          <p:nvPr/>
        </p:nvCxnSpPr>
        <p:spPr>
          <a:xfrm>
            <a:off x="533400" y="6426200"/>
            <a:ext cx="11125200" cy="0"/>
          </a:xfrm>
          <a:prstGeom prst="line">
            <a:avLst/>
          </a:prstGeom>
          <a:ln w="8890">
            <a:solidFill>
              <a:srgbClr val="D5DFD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BEAFBFA-0DAD-FC16-DE0B-9FCB90B0B4C5}"/>
              </a:ext>
            </a:extLst>
          </p:cNvPr>
          <p:cNvSpPr txBox="1"/>
          <p:nvPr/>
        </p:nvSpPr>
        <p:spPr>
          <a:xfrm>
            <a:off x="533400" y="6565900"/>
            <a:ext cx="4191000" cy="177800"/>
          </a:xfrm>
          <a:prstGeom prst="rect">
            <a:avLst/>
          </a:prstGeom>
          <a:noFill/>
        </p:spPr>
        <p:txBody>
          <a:bodyPr vert="horz" wrap="square" lIns="0" tIns="0" rIns="0" bIns="0" rtlCol="0" anchor="t">
            <a:noAutofit/>
          </a:bodyPr>
          <a:lstStyle/>
          <a:p>
            <a:r>
              <a:rPr lang="en-US" sz="950">
                <a:solidFill>
                  <a:srgbClr val="5E7165"/>
                </a:solidFill>
                <a:latin typeface="Segoe UI" panose="020B0502040204020203" pitchFamily="34" charset="0"/>
              </a:rPr>
              <a:t>Songbird  /  Team kickoff  /  14 September 2026</a:t>
            </a:r>
          </a:p>
        </p:txBody>
      </p:sp>
      <p:sp>
        <p:nvSpPr>
          <p:cNvPr id="6" name="TextBox 5">
            <a:extLst>
              <a:ext uri="{FF2B5EF4-FFF2-40B4-BE49-F238E27FC236}">
                <a16:creationId xmlns:a16="http://schemas.microsoft.com/office/drawing/2014/main" id="{9B576AB3-7ED9-56CC-A93D-10AB763A1526}"/>
              </a:ext>
            </a:extLst>
          </p:cNvPr>
          <p:cNvSpPr txBox="1"/>
          <p:nvPr/>
        </p:nvSpPr>
        <p:spPr>
          <a:xfrm>
            <a:off x="10998200" y="6553200"/>
            <a:ext cx="660400" cy="190500"/>
          </a:xfrm>
          <a:prstGeom prst="rect">
            <a:avLst/>
          </a:prstGeom>
          <a:noFill/>
        </p:spPr>
        <p:txBody>
          <a:bodyPr vert="horz" wrap="square" lIns="0" tIns="0" rIns="0" bIns="0" rtlCol="0" anchor="t">
            <a:noAutofit/>
          </a:bodyPr>
          <a:lstStyle/>
          <a:p>
            <a:pPr algn="r"/>
            <a:r>
              <a:rPr lang="en-US" sz="1000" b="1">
                <a:solidFill>
                  <a:srgbClr val="5E7165"/>
                </a:solidFill>
                <a:latin typeface="Segoe UI" panose="020B0502040204020203" pitchFamily="34" charset="0"/>
              </a:rPr>
              <a:t>04</a:t>
            </a:r>
          </a:p>
        </p:txBody>
      </p:sp>
      <p:sp>
        <p:nvSpPr>
          <p:cNvPr id="7" name="Rectangle: Rounded Corners 6">
            <a:extLst>
              <a:ext uri="{FF2B5EF4-FFF2-40B4-BE49-F238E27FC236}">
                <a16:creationId xmlns:a16="http://schemas.microsoft.com/office/drawing/2014/main" id="{DFE0B592-08D6-B54A-E9FB-F7D0FA6DED30}"/>
              </a:ext>
            </a:extLst>
          </p:cNvPr>
          <p:cNvSpPr/>
          <p:nvPr/>
        </p:nvSpPr>
        <p:spPr>
          <a:xfrm>
            <a:off x="584200" y="1841500"/>
            <a:ext cx="2171700" cy="317500"/>
          </a:xfrm>
          <a:prstGeom prst="roundRect">
            <a:avLst>
              <a:gd name="adj" fmla="val 12000"/>
            </a:avLst>
          </a:prstGeom>
          <a:solidFill>
            <a:srgbClr val="E5F0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4E5241A-4A1B-569F-D585-B223DA60F4C6}"/>
              </a:ext>
            </a:extLst>
          </p:cNvPr>
          <p:cNvSpPr txBox="1"/>
          <p:nvPr/>
        </p:nvSpPr>
        <p:spPr>
          <a:xfrm>
            <a:off x="685800" y="1905000"/>
            <a:ext cx="1968500" cy="203200"/>
          </a:xfrm>
          <a:prstGeom prst="rect">
            <a:avLst/>
          </a:prstGeom>
          <a:noFill/>
        </p:spPr>
        <p:txBody>
          <a:bodyPr vert="horz" wrap="square" lIns="0" tIns="0" rIns="0" bIns="0" rtlCol="0" anchor="t">
            <a:noAutofit/>
          </a:bodyPr>
          <a:lstStyle/>
          <a:p>
            <a:pPr algn="ctr"/>
            <a:r>
              <a:rPr lang="en-US" sz="1050" b="1">
                <a:solidFill>
                  <a:srgbClr val="226A53"/>
                </a:solidFill>
                <a:latin typeface="Segoe UI" panose="020B0502040204020203" pitchFamily="34" charset="0"/>
              </a:rPr>
              <a:t>PRIMARY BUILD TARGET</a:t>
            </a:r>
          </a:p>
        </p:txBody>
      </p:sp>
      <p:sp>
        <p:nvSpPr>
          <p:cNvPr id="9" name="TextBox 8">
            <a:extLst>
              <a:ext uri="{FF2B5EF4-FFF2-40B4-BE49-F238E27FC236}">
                <a16:creationId xmlns:a16="http://schemas.microsoft.com/office/drawing/2014/main" id="{253CD792-5740-DE7A-7FEE-348585C39DF7}"/>
              </a:ext>
            </a:extLst>
          </p:cNvPr>
          <p:cNvSpPr txBox="1"/>
          <p:nvPr/>
        </p:nvSpPr>
        <p:spPr>
          <a:xfrm>
            <a:off x="609600" y="2603499"/>
            <a:ext cx="2997200" cy="431800"/>
          </a:xfrm>
          <a:prstGeom prst="rect">
            <a:avLst/>
          </a:prstGeom>
          <a:noFill/>
        </p:spPr>
        <p:txBody>
          <a:bodyPr vert="horz" wrap="square" lIns="0" tIns="0" rIns="0" bIns="0" rtlCol="0" anchor="t">
            <a:noAutofit/>
          </a:bodyPr>
          <a:lstStyle/>
          <a:p>
            <a:r>
              <a:rPr lang="en-US" sz="2300" b="1">
                <a:solidFill>
                  <a:srgbClr val="213B31"/>
                </a:solidFill>
                <a:latin typeface="Segoe UI" panose="020B0502040204020203" pitchFamily="34" charset="0"/>
              </a:rPr>
              <a:t>Your melody</a:t>
            </a:r>
          </a:p>
        </p:txBody>
      </p:sp>
      <p:sp>
        <p:nvSpPr>
          <p:cNvPr id="10" name="Rectangle: Rounded Corners 9">
            <a:extLst>
              <a:ext uri="{FF2B5EF4-FFF2-40B4-BE49-F238E27FC236}">
                <a16:creationId xmlns:a16="http://schemas.microsoft.com/office/drawing/2014/main" id="{9E61E498-7997-B770-B1BB-901E8627329E}"/>
              </a:ext>
            </a:extLst>
          </p:cNvPr>
          <p:cNvSpPr/>
          <p:nvPr/>
        </p:nvSpPr>
        <p:spPr>
          <a:xfrm>
            <a:off x="609600" y="3187700"/>
            <a:ext cx="2971800" cy="952500"/>
          </a:xfrm>
          <a:prstGeom prst="roundRect">
            <a:avLst>
              <a:gd name="adj" fmla="val 12000"/>
            </a:avLst>
          </a:prstGeom>
          <a:solidFill>
            <a:srgbClr val="E5F0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0632AE27-CB0A-DB52-6F81-3EB67885CB18}"/>
              </a:ext>
            </a:extLst>
          </p:cNvPr>
          <p:cNvCxnSpPr/>
          <p:nvPr/>
        </p:nvCxnSpPr>
        <p:spPr>
          <a:xfrm>
            <a:off x="774700" y="3695700"/>
            <a:ext cx="2628900" cy="0"/>
          </a:xfrm>
          <a:prstGeom prst="line">
            <a:avLst/>
          </a:prstGeom>
          <a:ln w="12700">
            <a:solidFill>
              <a:srgbClr val="D5DFD7"/>
            </a:solidFill>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08377406-7588-93B8-228A-3A7D2881C147}"/>
              </a:ext>
            </a:extLst>
          </p:cNvPr>
          <p:cNvSpPr/>
          <p:nvPr/>
        </p:nvSpPr>
        <p:spPr>
          <a:xfrm>
            <a:off x="787400" y="3581400"/>
            <a:ext cx="457200" cy="152400"/>
          </a:xfrm>
          <a:prstGeom prst="roundRect">
            <a:avLst>
              <a:gd name="adj" fmla="val 12000"/>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72548D2F-61B3-D7F4-8BAF-9822706AA99B}"/>
              </a:ext>
            </a:extLst>
          </p:cNvPr>
          <p:cNvSpPr/>
          <p:nvPr/>
        </p:nvSpPr>
        <p:spPr>
          <a:xfrm>
            <a:off x="1422400" y="3454400"/>
            <a:ext cx="457200" cy="152400"/>
          </a:xfrm>
          <a:prstGeom prst="roundRect">
            <a:avLst>
              <a:gd name="adj" fmla="val 12000"/>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D797AABD-8D6B-B7D1-E393-789B7170D261}"/>
              </a:ext>
            </a:extLst>
          </p:cNvPr>
          <p:cNvSpPr/>
          <p:nvPr/>
        </p:nvSpPr>
        <p:spPr>
          <a:xfrm>
            <a:off x="2057400" y="3619500"/>
            <a:ext cx="457200" cy="152400"/>
          </a:xfrm>
          <a:prstGeom prst="roundRect">
            <a:avLst>
              <a:gd name="adj" fmla="val 12000"/>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B9B5AFF-7F9A-C7B5-4CF6-57CB0594F3F6}"/>
              </a:ext>
            </a:extLst>
          </p:cNvPr>
          <p:cNvSpPr/>
          <p:nvPr/>
        </p:nvSpPr>
        <p:spPr>
          <a:xfrm>
            <a:off x="2692400" y="3530600"/>
            <a:ext cx="457200" cy="152400"/>
          </a:xfrm>
          <a:prstGeom prst="roundRect">
            <a:avLst>
              <a:gd name="adj" fmla="val 12000"/>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617F9BB-E39C-738D-7E7F-384C2347FAB7}"/>
              </a:ext>
            </a:extLst>
          </p:cNvPr>
          <p:cNvSpPr txBox="1"/>
          <p:nvPr/>
        </p:nvSpPr>
        <p:spPr>
          <a:xfrm>
            <a:off x="622300" y="4381499"/>
            <a:ext cx="3009900" cy="825500"/>
          </a:xfrm>
          <a:prstGeom prst="rect">
            <a:avLst/>
          </a:prstGeom>
          <a:noFill/>
        </p:spPr>
        <p:txBody>
          <a:bodyPr vert="horz" wrap="square" lIns="0" tIns="0" rIns="0" bIns="0" rtlCol="0" anchor="t">
            <a:noAutofit/>
          </a:bodyPr>
          <a:lstStyle/>
          <a:p>
            <a:r>
              <a:rPr lang="en-US" sz="1700">
                <a:solidFill>
                  <a:srgbClr val="5E7165"/>
                </a:solidFill>
                <a:latin typeface="Segoe UI" panose="020B0502040204020203" pitchFamily="34" charset="0"/>
              </a:rPr>
              <a:t>Uses the chords and key
chosen for your song.</a:t>
            </a:r>
          </a:p>
        </p:txBody>
      </p:sp>
      <p:cxnSp>
        <p:nvCxnSpPr>
          <p:cNvPr id="17" name="Straight Connector 16">
            <a:extLst>
              <a:ext uri="{FF2B5EF4-FFF2-40B4-BE49-F238E27FC236}">
                <a16:creationId xmlns:a16="http://schemas.microsoft.com/office/drawing/2014/main" id="{A191D7C7-79E8-6221-C1F5-3113C8500D44}"/>
              </a:ext>
            </a:extLst>
          </p:cNvPr>
          <p:cNvCxnSpPr/>
          <p:nvPr/>
        </p:nvCxnSpPr>
        <p:spPr>
          <a:xfrm>
            <a:off x="3733800" y="3632200"/>
            <a:ext cx="368300" cy="0"/>
          </a:xfrm>
          <a:prstGeom prst="line">
            <a:avLst/>
          </a:prstGeom>
          <a:ln w="19050">
            <a:solidFill>
              <a:srgbClr val="226A53"/>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1297F553-3D49-5F48-64BB-AA445C1FFD6A}"/>
              </a:ext>
            </a:extLst>
          </p:cNvPr>
          <p:cNvCxnSpPr/>
          <p:nvPr/>
        </p:nvCxnSpPr>
        <p:spPr>
          <a:xfrm>
            <a:off x="4025900" y="3568700"/>
            <a:ext cx="76200" cy="63500"/>
          </a:xfrm>
          <a:prstGeom prst="line">
            <a:avLst/>
          </a:prstGeom>
          <a:ln w="19050">
            <a:solidFill>
              <a:srgbClr val="226A53"/>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F83CCA6-47EF-2E80-181A-DB174C08DABD}"/>
              </a:ext>
            </a:extLst>
          </p:cNvPr>
          <p:cNvCxnSpPr/>
          <p:nvPr/>
        </p:nvCxnSpPr>
        <p:spPr>
          <a:xfrm flipV="1">
            <a:off x="4025900" y="3632200"/>
            <a:ext cx="76200" cy="63500"/>
          </a:xfrm>
          <a:prstGeom prst="line">
            <a:avLst/>
          </a:prstGeom>
          <a:ln w="19050">
            <a:solidFill>
              <a:srgbClr val="226A53"/>
            </a:solidFill>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265B27E1-68BE-42AF-D289-7529BBA5F963}"/>
              </a:ext>
            </a:extLst>
          </p:cNvPr>
          <p:cNvSpPr/>
          <p:nvPr/>
        </p:nvSpPr>
        <p:spPr>
          <a:xfrm>
            <a:off x="4279900" y="2451100"/>
            <a:ext cx="3606800" cy="3022600"/>
          </a:xfrm>
          <a:prstGeom prst="roundRect">
            <a:avLst>
              <a:gd name="adj" fmla="val 12000"/>
            </a:avLst>
          </a:prstGeom>
          <a:solidFill>
            <a:srgbClr val="FFFFFF"/>
          </a:solidFill>
          <a:ln w="8890">
            <a:solidFill>
              <a:srgbClr val="D5DF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7BB92BD-9B2E-D15F-FE81-A0D7D9A9A9BB}"/>
              </a:ext>
            </a:extLst>
          </p:cNvPr>
          <p:cNvSpPr txBox="1"/>
          <p:nvPr/>
        </p:nvSpPr>
        <p:spPr>
          <a:xfrm>
            <a:off x="4483100" y="2666999"/>
            <a:ext cx="3175000" cy="431800"/>
          </a:xfrm>
          <a:prstGeom prst="rect">
            <a:avLst/>
          </a:prstGeom>
          <a:noFill/>
        </p:spPr>
        <p:txBody>
          <a:bodyPr vert="horz" wrap="square" lIns="0" tIns="0" rIns="0" bIns="0" rtlCol="0" anchor="t">
            <a:noAutofit/>
          </a:bodyPr>
          <a:lstStyle/>
          <a:p>
            <a:r>
              <a:rPr lang="en-US" sz="2100" b="1">
                <a:solidFill>
                  <a:srgbClr val="213B31"/>
                </a:solidFill>
                <a:latin typeface="Segoe UI" panose="020B0502040204020203" pitchFamily="34" charset="0"/>
              </a:rPr>
              <a:t>Add 1-4 harmony lines</a:t>
            </a:r>
          </a:p>
        </p:txBody>
      </p:sp>
      <p:sp>
        <p:nvSpPr>
          <p:cNvPr id="22" name="TextBox 21">
            <a:extLst>
              <a:ext uri="{FF2B5EF4-FFF2-40B4-BE49-F238E27FC236}">
                <a16:creationId xmlns:a16="http://schemas.microsoft.com/office/drawing/2014/main" id="{A2510BED-3877-B228-7427-3A11F0519C72}"/>
              </a:ext>
            </a:extLst>
          </p:cNvPr>
          <p:cNvSpPr txBox="1"/>
          <p:nvPr/>
        </p:nvSpPr>
        <p:spPr>
          <a:xfrm>
            <a:off x="4495800" y="3327399"/>
            <a:ext cx="977900" cy="292100"/>
          </a:xfrm>
          <a:prstGeom prst="rect">
            <a:avLst/>
          </a:prstGeom>
          <a:noFill/>
        </p:spPr>
        <p:txBody>
          <a:bodyPr vert="horz" wrap="square" lIns="0" tIns="0" rIns="0" bIns="0" rtlCol="0" anchor="t">
            <a:noAutofit/>
          </a:bodyPr>
          <a:lstStyle/>
          <a:p>
            <a:r>
              <a:rPr lang="en-US" sz="1300" b="1">
                <a:solidFill>
                  <a:srgbClr val="355FB2"/>
                </a:solidFill>
                <a:latin typeface="Segoe UI" panose="020B0502040204020203" pitchFamily="34" charset="0"/>
              </a:rPr>
              <a:t>Part 1</a:t>
            </a:r>
          </a:p>
        </p:txBody>
      </p:sp>
      <p:cxnSp>
        <p:nvCxnSpPr>
          <p:cNvPr id="23" name="Straight Connector 22">
            <a:extLst>
              <a:ext uri="{FF2B5EF4-FFF2-40B4-BE49-F238E27FC236}">
                <a16:creationId xmlns:a16="http://schemas.microsoft.com/office/drawing/2014/main" id="{79BC92C0-00C1-42E7-313A-030778935C07}"/>
              </a:ext>
            </a:extLst>
          </p:cNvPr>
          <p:cNvCxnSpPr/>
          <p:nvPr/>
        </p:nvCxnSpPr>
        <p:spPr>
          <a:xfrm>
            <a:off x="5524500" y="3467100"/>
            <a:ext cx="2146300" cy="0"/>
          </a:xfrm>
          <a:prstGeom prst="line">
            <a:avLst/>
          </a:prstGeom>
          <a:ln w="12700">
            <a:solidFill>
              <a:srgbClr val="D5DFD7"/>
            </a:solidFill>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A21DC5B7-9655-1340-B037-24A8E81DE9FA}"/>
              </a:ext>
            </a:extLst>
          </p:cNvPr>
          <p:cNvSpPr/>
          <p:nvPr/>
        </p:nvSpPr>
        <p:spPr>
          <a:xfrm>
            <a:off x="5562600" y="3365500"/>
            <a:ext cx="393700" cy="127000"/>
          </a:xfrm>
          <a:prstGeom prst="roundRect">
            <a:avLst>
              <a:gd name="adj" fmla="val 12000"/>
            </a:avLst>
          </a:prstGeom>
          <a:solidFill>
            <a:srgbClr val="E3EBFA"/>
          </a:solidFill>
          <a:ln w="8890">
            <a:solidFill>
              <a:srgbClr val="355F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D1138826-9558-9942-7F6B-54D160C17BD3}"/>
              </a:ext>
            </a:extLst>
          </p:cNvPr>
          <p:cNvSpPr/>
          <p:nvPr/>
        </p:nvSpPr>
        <p:spPr>
          <a:xfrm>
            <a:off x="6083300" y="3302000"/>
            <a:ext cx="393700" cy="127000"/>
          </a:xfrm>
          <a:prstGeom prst="roundRect">
            <a:avLst>
              <a:gd name="adj" fmla="val 12000"/>
            </a:avLst>
          </a:prstGeom>
          <a:solidFill>
            <a:srgbClr val="E3EBFA"/>
          </a:solidFill>
          <a:ln w="8890">
            <a:solidFill>
              <a:srgbClr val="355F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FA6A9051-DA7E-8729-10AD-9EFEFBA2A32E}"/>
              </a:ext>
            </a:extLst>
          </p:cNvPr>
          <p:cNvSpPr/>
          <p:nvPr/>
        </p:nvSpPr>
        <p:spPr>
          <a:xfrm>
            <a:off x="6604000" y="3416300"/>
            <a:ext cx="393700" cy="127000"/>
          </a:xfrm>
          <a:prstGeom prst="roundRect">
            <a:avLst>
              <a:gd name="adj" fmla="val 12000"/>
            </a:avLst>
          </a:prstGeom>
          <a:solidFill>
            <a:srgbClr val="E3EBFA"/>
          </a:solidFill>
          <a:ln w="8890">
            <a:solidFill>
              <a:srgbClr val="355F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483139D3-D3F0-00E1-6C35-C79E23B5FCFF}"/>
              </a:ext>
            </a:extLst>
          </p:cNvPr>
          <p:cNvSpPr/>
          <p:nvPr/>
        </p:nvSpPr>
        <p:spPr>
          <a:xfrm>
            <a:off x="7124700" y="3340100"/>
            <a:ext cx="393700" cy="127000"/>
          </a:xfrm>
          <a:prstGeom prst="roundRect">
            <a:avLst>
              <a:gd name="adj" fmla="val 12000"/>
            </a:avLst>
          </a:prstGeom>
          <a:solidFill>
            <a:srgbClr val="E3EBFA"/>
          </a:solidFill>
          <a:ln w="8890">
            <a:solidFill>
              <a:srgbClr val="355F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486D3946-95F4-13C2-23AD-5B10D6170D1A}"/>
              </a:ext>
            </a:extLst>
          </p:cNvPr>
          <p:cNvSpPr txBox="1"/>
          <p:nvPr/>
        </p:nvSpPr>
        <p:spPr>
          <a:xfrm>
            <a:off x="4495800" y="3784599"/>
            <a:ext cx="977900" cy="292100"/>
          </a:xfrm>
          <a:prstGeom prst="rect">
            <a:avLst/>
          </a:prstGeom>
          <a:noFill/>
        </p:spPr>
        <p:txBody>
          <a:bodyPr vert="horz" wrap="square" lIns="0" tIns="0" rIns="0" bIns="0" rtlCol="0" anchor="t">
            <a:noAutofit/>
          </a:bodyPr>
          <a:lstStyle/>
          <a:p>
            <a:r>
              <a:rPr lang="en-US" sz="1300" b="1">
                <a:solidFill>
                  <a:srgbClr val="765094"/>
                </a:solidFill>
                <a:latin typeface="Segoe UI" panose="020B0502040204020203" pitchFamily="34" charset="0"/>
              </a:rPr>
              <a:t>Part 2</a:t>
            </a:r>
          </a:p>
        </p:txBody>
      </p:sp>
      <p:cxnSp>
        <p:nvCxnSpPr>
          <p:cNvPr id="29" name="Straight Connector 28">
            <a:extLst>
              <a:ext uri="{FF2B5EF4-FFF2-40B4-BE49-F238E27FC236}">
                <a16:creationId xmlns:a16="http://schemas.microsoft.com/office/drawing/2014/main" id="{91DE6265-4474-35EA-0A2F-55344E4BC0DA}"/>
              </a:ext>
            </a:extLst>
          </p:cNvPr>
          <p:cNvCxnSpPr/>
          <p:nvPr/>
        </p:nvCxnSpPr>
        <p:spPr>
          <a:xfrm>
            <a:off x="5524500" y="3924300"/>
            <a:ext cx="2146300" cy="0"/>
          </a:xfrm>
          <a:prstGeom prst="line">
            <a:avLst/>
          </a:prstGeom>
          <a:ln w="12700">
            <a:solidFill>
              <a:srgbClr val="D5DFD7"/>
            </a:solidFill>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49A5EE90-FBAE-BD72-B864-612A347BD742}"/>
              </a:ext>
            </a:extLst>
          </p:cNvPr>
          <p:cNvSpPr/>
          <p:nvPr/>
        </p:nvSpPr>
        <p:spPr>
          <a:xfrm>
            <a:off x="5562600" y="3822700"/>
            <a:ext cx="393700" cy="127000"/>
          </a:xfrm>
          <a:prstGeom prst="roundRect">
            <a:avLst>
              <a:gd name="adj" fmla="val 12000"/>
            </a:avLst>
          </a:prstGeom>
          <a:solidFill>
            <a:srgbClr val="EEE5F5"/>
          </a:solidFill>
          <a:ln w="8890">
            <a:solidFill>
              <a:srgbClr val="7650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67B1039D-ADDB-4172-AC71-E95439855797}"/>
              </a:ext>
            </a:extLst>
          </p:cNvPr>
          <p:cNvSpPr/>
          <p:nvPr/>
        </p:nvSpPr>
        <p:spPr>
          <a:xfrm>
            <a:off x="6083300" y="3759200"/>
            <a:ext cx="393700" cy="127000"/>
          </a:xfrm>
          <a:prstGeom prst="roundRect">
            <a:avLst>
              <a:gd name="adj" fmla="val 12000"/>
            </a:avLst>
          </a:prstGeom>
          <a:solidFill>
            <a:srgbClr val="EEE5F5"/>
          </a:solidFill>
          <a:ln w="8890">
            <a:solidFill>
              <a:srgbClr val="7650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E3AC049F-AF9D-449C-1D7F-6E9170057878}"/>
              </a:ext>
            </a:extLst>
          </p:cNvPr>
          <p:cNvSpPr/>
          <p:nvPr/>
        </p:nvSpPr>
        <p:spPr>
          <a:xfrm>
            <a:off x="6604000" y="3873500"/>
            <a:ext cx="393700" cy="127000"/>
          </a:xfrm>
          <a:prstGeom prst="roundRect">
            <a:avLst>
              <a:gd name="adj" fmla="val 12000"/>
            </a:avLst>
          </a:prstGeom>
          <a:solidFill>
            <a:srgbClr val="EEE5F5"/>
          </a:solidFill>
          <a:ln w="8890">
            <a:solidFill>
              <a:srgbClr val="7650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A254A9F8-42DE-3926-6D22-8D7B08329CBD}"/>
              </a:ext>
            </a:extLst>
          </p:cNvPr>
          <p:cNvSpPr/>
          <p:nvPr/>
        </p:nvSpPr>
        <p:spPr>
          <a:xfrm>
            <a:off x="7124700" y="3797300"/>
            <a:ext cx="393700" cy="127000"/>
          </a:xfrm>
          <a:prstGeom prst="roundRect">
            <a:avLst>
              <a:gd name="adj" fmla="val 12000"/>
            </a:avLst>
          </a:prstGeom>
          <a:solidFill>
            <a:srgbClr val="EEE5F5"/>
          </a:solidFill>
          <a:ln w="8890">
            <a:solidFill>
              <a:srgbClr val="7650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F7DD5B1C-AE32-8E27-00F3-76261DD194C9}"/>
              </a:ext>
            </a:extLst>
          </p:cNvPr>
          <p:cNvSpPr txBox="1"/>
          <p:nvPr/>
        </p:nvSpPr>
        <p:spPr>
          <a:xfrm>
            <a:off x="4495800" y="4241799"/>
            <a:ext cx="977900" cy="292100"/>
          </a:xfrm>
          <a:prstGeom prst="rect">
            <a:avLst/>
          </a:prstGeom>
          <a:noFill/>
        </p:spPr>
        <p:txBody>
          <a:bodyPr vert="horz" wrap="square" lIns="0" tIns="0" rIns="0" bIns="0" rtlCol="0" anchor="t">
            <a:noAutofit/>
          </a:bodyPr>
          <a:lstStyle/>
          <a:p>
            <a:r>
              <a:rPr lang="en-US" sz="1300" b="1">
                <a:solidFill>
                  <a:srgbClr val="A45243"/>
                </a:solidFill>
                <a:latin typeface="Segoe UI" panose="020B0502040204020203" pitchFamily="34" charset="0"/>
              </a:rPr>
              <a:t>Part 3</a:t>
            </a:r>
          </a:p>
        </p:txBody>
      </p:sp>
      <p:cxnSp>
        <p:nvCxnSpPr>
          <p:cNvPr id="35" name="Straight Connector 34">
            <a:extLst>
              <a:ext uri="{FF2B5EF4-FFF2-40B4-BE49-F238E27FC236}">
                <a16:creationId xmlns:a16="http://schemas.microsoft.com/office/drawing/2014/main" id="{752AF064-5A91-2F92-CE7A-E04AA87BD8C1}"/>
              </a:ext>
            </a:extLst>
          </p:cNvPr>
          <p:cNvCxnSpPr/>
          <p:nvPr/>
        </p:nvCxnSpPr>
        <p:spPr>
          <a:xfrm>
            <a:off x="5524500" y="4381500"/>
            <a:ext cx="2146300" cy="0"/>
          </a:xfrm>
          <a:prstGeom prst="line">
            <a:avLst/>
          </a:prstGeom>
          <a:ln w="12700">
            <a:solidFill>
              <a:srgbClr val="D5DFD7"/>
            </a:solidFill>
          </a:ln>
        </p:spPr>
        <p:style>
          <a:lnRef idx="2">
            <a:schemeClr val="accent1"/>
          </a:lnRef>
          <a:fillRef idx="0">
            <a:schemeClr val="accent1"/>
          </a:fillRef>
          <a:effectRef idx="1">
            <a:schemeClr val="accent1"/>
          </a:effectRef>
          <a:fontRef idx="minor">
            <a:schemeClr val="tx1"/>
          </a:fontRef>
        </p:style>
      </p:cxnSp>
      <p:sp>
        <p:nvSpPr>
          <p:cNvPr id="36" name="Rectangle: Rounded Corners 35">
            <a:extLst>
              <a:ext uri="{FF2B5EF4-FFF2-40B4-BE49-F238E27FC236}">
                <a16:creationId xmlns:a16="http://schemas.microsoft.com/office/drawing/2014/main" id="{5B7BCAAD-5B24-6F48-48E1-131EFDEDA184}"/>
              </a:ext>
            </a:extLst>
          </p:cNvPr>
          <p:cNvSpPr/>
          <p:nvPr/>
        </p:nvSpPr>
        <p:spPr>
          <a:xfrm>
            <a:off x="5562600" y="4279900"/>
            <a:ext cx="393700" cy="127000"/>
          </a:xfrm>
          <a:prstGeom prst="roundRect">
            <a:avLst>
              <a:gd name="adj" fmla="val 12000"/>
            </a:avLst>
          </a:prstGeom>
          <a:solidFill>
            <a:srgbClr val="F6E5DF"/>
          </a:solidFill>
          <a:ln w="8890">
            <a:solidFill>
              <a:srgbClr val="A452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4ED3FC14-EE43-2E59-F3C4-D325171C4FD1}"/>
              </a:ext>
            </a:extLst>
          </p:cNvPr>
          <p:cNvSpPr/>
          <p:nvPr/>
        </p:nvSpPr>
        <p:spPr>
          <a:xfrm>
            <a:off x="6083300" y="4216400"/>
            <a:ext cx="393700" cy="127000"/>
          </a:xfrm>
          <a:prstGeom prst="roundRect">
            <a:avLst>
              <a:gd name="adj" fmla="val 12000"/>
            </a:avLst>
          </a:prstGeom>
          <a:solidFill>
            <a:srgbClr val="F6E5DF"/>
          </a:solidFill>
          <a:ln w="8890">
            <a:solidFill>
              <a:srgbClr val="A452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7BD3549F-F348-60A5-9C9E-87DCEFC97C8F}"/>
              </a:ext>
            </a:extLst>
          </p:cNvPr>
          <p:cNvSpPr/>
          <p:nvPr/>
        </p:nvSpPr>
        <p:spPr>
          <a:xfrm>
            <a:off x="6604000" y="4330700"/>
            <a:ext cx="393700" cy="127000"/>
          </a:xfrm>
          <a:prstGeom prst="roundRect">
            <a:avLst>
              <a:gd name="adj" fmla="val 12000"/>
            </a:avLst>
          </a:prstGeom>
          <a:solidFill>
            <a:srgbClr val="F6E5DF"/>
          </a:solidFill>
          <a:ln w="8890">
            <a:solidFill>
              <a:srgbClr val="A452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C22CA491-7185-6B1D-EDFA-2536C552EBE6}"/>
              </a:ext>
            </a:extLst>
          </p:cNvPr>
          <p:cNvSpPr/>
          <p:nvPr/>
        </p:nvSpPr>
        <p:spPr>
          <a:xfrm>
            <a:off x="7124700" y="4254500"/>
            <a:ext cx="393700" cy="127000"/>
          </a:xfrm>
          <a:prstGeom prst="roundRect">
            <a:avLst>
              <a:gd name="adj" fmla="val 12000"/>
            </a:avLst>
          </a:prstGeom>
          <a:solidFill>
            <a:srgbClr val="F6E5DF"/>
          </a:solidFill>
          <a:ln w="8890">
            <a:solidFill>
              <a:srgbClr val="A452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46276C21-2118-1519-1511-6E4A99DE6E61}"/>
              </a:ext>
            </a:extLst>
          </p:cNvPr>
          <p:cNvSpPr txBox="1"/>
          <p:nvPr/>
        </p:nvSpPr>
        <p:spPr>
          <a:xfrm>
            <a:off x="4495800" y="4698999"/>
            <a:ext cx="977900" cy="292100"/>
          </a:xfrm>
          <a:prstGeom prst="rect">
            <a:avLst/>
          </a:prstGeom>
          <a:noFill/>
        </p:spPr>
        <p:txBody>
          <a:bodyPr vert="horz" wrap="square" lIns="0" tIns="0" rIns="0" bIns="0" rtlCol="0" anchor="t">
            <a:noAutofit/>
          </a:bodyPr>
          <a:lstStyle/>
          <a:p>
            <a:r>
              <a:rPr lang="en-US" sz="1300" b="1">
                <a:solidFill>
                  <a:srgbClr val="86682D"/>
                </a:solidFill>
                <a:latin typeface="Segoe UI" panose="020B0502040204020203" pitchFamily="34" charset="0"/>
              </a:rPr>
              <a:t>Part 4</a:t>
            </a:r>
          </a:p>
        </p:txBody>
      </p:sp>
      <p:cxnSp>
        <p:nvCxnSpPr>
          <p:cNvPr id="41" name="Straight Connector 40">
            <a:extLst>
              <a:ext uri="{FF2B5EF4-FFF2-40B4-BE49-F238E27FC236}">
                <a16:creationId xmlns:a16="http://schemas.microsoft.com/office/drawing/2014/main" id="{501BFEE0-2B3C-797E-E956-2EE0B6CE2838}"/>
              </a:ext>
            </a:extLst>
          </p:cNvPr>
          <p:cNvCxnSpPr/>
          <p:nvPr/>
        </p:nvCxnSpPr>
        <p:spPr>
          <a:xfrm>
            <a:off x="5524500" y="4838700"/>
            <a:ext cx="2146300" cy="0"/>
          </a:xfrm>
          <a:prstGeom prst="line">
            <a:avLst/>
          </a:prstGeom>
          <a:ln w="12700">
            <a:solidFill>
              <a:srgbClr val="D5DFD7"/>
            </a:solidFill>
          </a:ln>
        </p:spPr>
        <p:style>
          <a:lnRef idx="2">
            <a:schemeClr val="accent1"/>
          </a:lnRef>
          <a:fillRef idx="0">
            <a:schemeClr val="accent1"/>
          </a:fillRef>
          <a:effectRef idx="1">
            <a:schemeClr val="accent1"/>
          </a:effectRef>
          <a:fontRef idx="minor">
            <a:schemeClr val="tx1"/>
          </a:fontRef>
        </p:style>
      </p:cxnSp>
      <p:sp>
        <p:nvSpPr>
          <p:cNvPr id="42" name="Rectangle: Rounded Corners 41">
            <a:extLst>
              <a:ext uri="{FF2B5EF4-FFF2-40B4-BE49-F238E27FC236}">
                <a16:creationId xmlns:a16="http://schemas.microsoft.com/office/drawing/2014/main" id="{B72DD735-F519-24ED-4CBF-9B275CFE61D9}"/>
              </a:ext>
            </a:extLst>
          </p:cNvPr>
          <p:cNvSpPr/>
          <p:nvPr/>
        </p:nvSpPr>
        <p:spPr>
          <a:xfrm>
            <a:off x="5562600" y="4737100"/>
            <a:ext cx="393700" cy="127000"/>
          </a:xfrm>
          <a:prstGeom prst="roundRect">
            <a:avLst>
              <a:gd name="adj" fmla="val 12000"/>
            </a:avLst>
          </a:prstGeom>
          <a:solidFill>
            <a:srgbClr val="F2EBD9"/>
          </a:solidFill>
          <a:ln w="8890">
            <a:solidFill>
              <a:srgbClr val="8668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C18A2960-39E2-51D4-55F4-120A99648FF1}"/>
              </a:ext>
            </a:extLst>
          </p:cNvPr>
          <p:cNvSpPr/>
          <p:nvPr/>
        </p:nvSpPr>
        <p:spPr>
          <a:xfrm>
            <a:off x="6083300" y="4673600"/>
            <a:ext cx="393700" cy="127000"/>
          </a:xfrm>
          <a:prstGeom prst="roundRect">
            <a:avLst>
              <a:gd name="adj" fmla="val 12000"/>
            </a:avLst>
          </a:prstGeom>
          <a:solidFill>
            <a:srgbClr val="F2EBD9"/>
          </a:solidFill>
          <a:ln w="8890">
            <a:solidFill>
              <a:srgbClr val="8668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F464BCE6-4B3E-F8C0-A10F-07454BB64E5E}"/>
              </a:ext>
            </a:extLst>
          </p:cNvPr>
          <p:cNvSpPr/>
          <p:nvPr/>
        </p:nvSpPr>
        <p:spPr>
          <a:xfrm>
            <a:off x="6604000" y="4787900"/>
            <a:ext cx="393700" cy="127000"/>
          </a:xfrm>
          <a:prstGeom prst="roundRect">
            <a:avLst>
              <a:gd name="adj" fmla="val 12000"/>
            </a:avLst>
          </a:prstGeom>
          <a:solidFill>
            <a:srgbClr val="F2EBD9"/>
          </a:solidFill>
          <a:ln w="8890">
            <a:solidFill>
              <a:srgbClr val="8668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61EB67CD-0359-1C77-C7EF-6A09EA52F1D3}"/>
              </a:ext>
            </a:extLst>
          </p:cNvPr>
          <p:cNvSpPr/>
          <p:nvPr/>
        </p:nvSpPr>
        <p:spPr>
          <a:xfrm>
            <a:off x="7124700" y="4711700"/>
            <a:ext cx="393700" cy="127000"/>
          </a:xfrm>
          <a:prstGeom prst="roundRect">
            <a:avLst>
              <a:gd name="adj" fmla="val 12000"/>
            </a:avLst>
          </a:prstGeom>
          <a:solidFill>
            <a:srgbClr val="F2EBD9"/>
          </a:solidFill>
          <a:ln w="8890">
            <a:solidFill>
              <a:srgbClr val="8668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42FE8455-42D9-359C-326D-38E0E762F935}"/>
              </a:ext>
            </a:extLst>
          </p:cNvPr>
          <p:cNvSpPr txBox="1"/>
          <p:nvPr/>
        </p:nvSpPr>
        <p:spPr>
          <a:xfrm>
            <a:off x="8369300" y="2565399"/>
            <a:ext cx="3276600" cy="431800"/>
          </a:xfrm>
          <a:prstGeom prst="rect">
            <a:avLst/>
          </a:prstGeom>
          <a:noFill/>
        </p:spPr>
        <p:txBody>
          <a:bodyPr vert="horz" wrap="square" lIns="0" tIns="0" rIns="0" bIns="0" rtlCol="0" anchor="t">
            <a:noAutofit/>
          </a:bodyPr>
          <a:lstStyle/>
          <a:p>
            <a:r>
              <a:rPr lang="en-US" sz="2200" b="1">
                <a:solidFill>
                  <a:srgbClr val="213B31"/>
                </a:solidFill>
                <a:latin typeface="Segoe UI" panose="020B0502040204020203" pitchFamily="34" charset="0"/>
              </a:rPr>
              <a:t>Hear the result</a:t>
            </a:r>
          </a:p>
        </p:txBody>
      </p:sp>
      <p:sp>
        <p:nvSpPr>
          <p:cNvPr id="47" name="TextBox 46">
            <a:extLst>
              <a:ext uri="{FF2B5EF4-FFF2-40B4-BE49-F238E27FC236}">
                <a16:creationId xmlns:a16="http://schemas.microsoft.com/office/drawing/2014/main" id="{6181B799-BB81-0BBC-527F-5ECF125EDF04}"/>
              </a:ext>
            </a:extLst>
          </p:cNvPr>
          <p:cNvSpPr txBox="1"/>
          <p:nvPr/>
        </p:nvSpPr>
        <p:spPr>
          <a:xfrm>
            <a:off x="8382000" y="3111499"/>
            <a:ext cx="3251200" cy="774700"/>
          </a:xfrm>
          <a:prstGeom prst="rect">
            <a:avLst/>
          </a:prstGeom>
          <a:noFill/>
        </p:spPr>
        <p:txBody>
          <a:bodyPr vert="horz" wrap="square" lIns="0" tIns="0" rIns="0" bIns="0" rtlCol="0" anchor="t">
            <a:noAutofit/>
          </a:bodyPr>
          <a:lstStyle/>
          <a:p>
            <a:r>
              <a:rPr lang="en-US" sz="1700">
                <a:solidFill>
                  <a:srgbClr val="5E7165"/>
                </a:solidFill>
                <a:latin typeface="Segoe UI" panose="020B0502040204020203" pitchFamily="34" charset="0"/>
              </a:rPr>
              <a:t>Piano playback with backing
chords. Solo any part.</a:t>
            </a:r>
          </a:p>
        </p:txBody>
      </p:sp>
      <p:sp>
        <p:nvSpPr>
          <p:cNvPr id="48" name="TextBox 47">
            <a:extLst>
              <a:ext uri="{FF2B5EF4-FFF2-40B4-BE49-F238E27FC236}">
                <a16:creationId xmlns:a16="http://schemas.microsoft.com/office/drawing/2014/main" id="{BD675C27-DAB2-0761-267B-F8CD3230A2A8}"/>
              </a:ext>
            </a:extLst>
          </p:cNvPr>
          <p:cNvSpPr txBox="1"/>
          <p:nvPr/>
        </p:nvSpPr>
        <p:spPr>
          <a:xfrm>
            <a:off x="8369300" y="4203699"/>
            <a:ext cx="3276600" cy="431800"/>
          </a:xfrm>
          <a:prstGeom prst="rect">
            <a:avLst/>
          </a:prstGeom>
          <a:noFill/>
        </p:spPr>
        <p:txBody>
          <a:bodyPr vert="horz" wrap="square" lIns="0" tIns="0" rIns="0" bIns="0" rtlCol="0" anchor="t">
            <a:noAutofit/>
          </a:bodyPr>
          <a:lstStyle/>
          <a:p>
            <a:r>
              <a:rPr lang="en-US" sz="2200" b="1">
                <a:solidFill>
                  <a:srgbClr val="213B31"/>
                </a:solidFill>
                <a:latin typeface="Segoe UI" panose="020B0502040204020203" pitchFamily="34" charset="0"/>
              </a:rPr>
              <a:t>Make it yours</a:t>
            </a:r>
          </a:p>
        </p:txBody>
      </p:sp>
      <p:sp>
        <p:nvSpPr>
          <p:cNvPr id="49" name="TextBox 48">
            <a:extLst>
              <a:ext uri="{FF2B5EF4-FFF2-40B4-BE49-F238E27FC236}">
                <a16:creationId xmlns:a16="http://schemas.microsoft.com/office/drawing/2014/main" id="{A5F41679-525F-682E-52C2-5DA41338EE87}"/>
              </a:ext>
            </a:extLst>
          </p:cNvPr>
          <p:cNvSpPr txBox="1"/>
          <p:nvPr/>
        </p:nvSpPr>
        <p:spPr>
          <a:xfrm>
            <a:off x="8382000" y="4749799"/>
            <a:ext cx="3251200" cy="685800"/>
          </a:xfrm>
          <a:prstGeom prst="rect">
            <a:avLst/>
          </a:prstGeom>
          <a:noFill/>
        </p:spPr>
        <p:txBody>
          <a:bodyPr vert="horz" wrap="square" lIns="0" tIns="0" rIns="0" bIns="0" rtlCol="0" anchor="t">
            <a:noAutofit/>
          </a:bodyPr>
          <a:lstStyle/>
          <a:p>
            <a:r>
              <a:rPr lang="en-US" sz="1650">
                <a:solidFill>
                  <a:srgbClr val="5E7165"/>
                </a:solidFill>
                <a:latin typeface="Segoe UI" panose="020B0502040204020203" pitchFamily="34" charset="0"/>
              </a:rPr>
              <a:t>Choose range, mode, and style.
Move notes to fit your song.</a:t>
            </a:r>
          </a:p>
        </p:txBody>
      </p:sp>
      <p:sp>
        <p:nvSpPr>
          <p:cNvPr id="50" name="Rectangle: Rounded Corners 49">
            <a:extLst>
              <a:ext uri="{FF2B5EF4-FFF2-40B4-BE49-F238E27FC236}">
                <a16:creationId xmlns:a16="http://schemas.microsoft.com/office/drawing/2014/main" id="{BE3B0301-213F-6467-BF3B-D337AFE5F63D}"/>
              </a:ext>
            </a:extLst>
          </p:cNvPr>
          <p:cNvSpPr/>
          <p:nvPr/>
        </p:nvSpPr>
        <p:spPr>
          <a:xfrm>
            <a:off x="571500" y="5702300"/>
            <a:ext cx="11074400" cy="508000"/>
          </a:xfrm>
          <a:prstGeom prst="roundRect">
            <a:avLst>
              <a:gd name="adj" fmla="val 12000"/>
            </a:avLst>
          </a:prstGeom>
          <a:solidFill>
            <a:srgbClr val="E5F0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B691B96-F2EE-A469-2F5B-BE2A648734BC}"/>
              </a:ext>
            </a:extLst>
          </p:cNvPr>
          <p:cNvSpPr txBox="1"/>
          <p:nvPr/>
        </p:nvSpPr>
        <p:spPr>
          <a:xfrm>
            <a:off x="787400" y="5816599"/>
            <a:ext cx="10642600" cy="355600"/>
          </a:xfrm>
          <a:prstGeom prst="rect">
            <a:avLst/>
          </a:prstGeom>
          <a:noFill/>
        </p:spPr>
        <p:txBody>
          <a:bodyPr vert="horz" wrap="square" lIns="0" tIns="0" rIns="0" bIns="0" rtlCol="0" anchor="t">
            <a:noAutofit/>
          </a:bodyPr>
          <a:lstStyle/>
          <a:p>
            <a:pPr algn="ctr"/>
            <a:r>
              <a:rPr lang="en-US" sz="1900" b="1">
                <a:solidFill>
                  <a:srgbClr val="226A53"/>
                </a:solidFill>
                <a:latin typeface="Segoe UI" panose="020B0502040204020203" pitchFamily="34" charset="0"/>
              </a:rPr>
              <a:t>Rehearse a line. Export MIDI or a piano guide for your own recording.</a:t>
            </a:r>
          </a:p>
        </p:txBody>
      </p:sp>
    </p:spTree>
    <p:extLst>
      <p:ext uri="{BB962C8B-B14F-4D97-AF65-F5344CB8AC3E}">
        <p14:creationId xmlns:p14="http://schemas.microsoft.com/office/powerpoint/2010/main" val="142002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72F27A-2975-71D1-4520-0BEAF84AFE80}"/>
              </a:ext>
            </a:extLst>
          </p:cNvPr>
          <p:cNvSpPr txBox="1"/>
          <p:nvPr/>
        </p:nvSpPr>
        <p:spPr>
          <a:xfrm>
            <a:off x="533400" y="444499"/>
            <a:ext cx="11125200" cy="673100"/>
          </a:xfrm>
          <a:prstGeom prst="rect">
            <a:avLst/>
          </a:prstGeom>
          <a:noFill/>
        </p:spPr>
        <p:txBody>
          <a:bodyPr vert="horz" wrap="square" lIns="0" tIns="0" rIns="0" bIns="0" rtlCol="0" anchor="t">
            <a:noAutofit/>
          </a:bodyPr>
          <a:lstStyle/>
          <a:p>
            <a:r>
              <a:rPr lang="en-US" sz="3200" b="1">
                <a:solidFill>
                  <a:srgbClr val="213B31"/>
                </a:solidFill>
                <a:latin typeface="Segoe UI" panose="020B0502040204020203" pitchFamily="34" charset="0"/>
              </a:rPr>
              <a:t>Harmonizer: hear and shape each part.</a:t>
            </a:r>
          </a:p>
        </p:txBody>
      </p:sp>
      <p:sp>
        <p:nvSpPr>
          <p:cNvPr id="3" name="TextBox 2">
            <a:extLst>
              <a:ext uri="{FF2B5EF4-FFF2-40B4-BE49-F238E27FC236}">
                <a16:creationId xmlns:a16="http://schemas.microsoft.com/office/drawing/2014/main" id="{4BD2C36B-150F-974E-7855-36BE488C3693}"/>
              </a:ext>
            </a:extLst>
          </p:cNvPr>
          <p:cNvSpPr txBox="1"/>
          <p:nvPr/>
        </p:nvSpPr>
        <p:spPr>
          <a:xfrm>
            <a:off x="558800" y="1193799"/>
            <a:ext cx="11049000" cy="533400"/>
          </a:xfrm>
          <a:prstGeom prst="rect">
            <a:avLst/>
          </a:prstGeom>
          <a:noFill/>
        </p:spPr>
        <p:txBody>
          <a:bodyPr vert="horz" wrap="square" lIns="0" tIns="0" rIns="0" bIns="0" rtlCol="0" anchor="t">
            <a:noAutofit/>
          </a:bodyPr>
          <a:lstStyle/>
          <a:p>
            <a:r>
              <a:rPr lang="en-US" sz="1600">
                <a:solidFill>
                  <a:srgbClr val="5E7165"/>
                </a:solidFill>
                <a:latin typeface="Segoe UI" panose="020B0502040204020203" pitchFamily="34" charset="0"/>
              </a:rPr>
              <a:t>Conceptual layout for discussion. The notes below are illustrative, not generated output.</a:t>
            </a:r>
          </a:p>
        </p:txBody>
      </p:sp>
      <p:cxnSp>
        <p:nvCxnSpPr>
          <p:cNvPr id="4" name="Straight Connector 3">
            <a:extLst>
              <a:ext uri="{FF2B5EF4-FFF2-40B4-BE49-F238E27FC236}">
                <a16:creationId xmlns:a16="http://schemas.microsoft.com/office/drawing/2014/main" id="{760C16F3-C7FE-9BBA-5F3A-1DA02D4EB23E}"/>
              </a:ext>
            </a:extLst>
          </p:cNvPr>
          <p:cNvCxnSpPr/>
          <p:nvPr/>
        </p:nvCxnSpPr>
        <p:spPr>
          <a:xfrm>
            <a:off x="533400" y="6426200"/>
            <a:ext cx="11125200" cy="0"/>
          </a:xfrm>
          <a:prstGeom prst="line">
            <a:avLst/>
          </a:prstGeom>
          <a:ln w="8890">
            <a:solidFill>
              <a:srgbClr val="D5DFD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91FB5CB-93E2-E8CD-9C54-E3BF0FB6F464}"/>
              </a:ext>
            </a:extLst>
          </p:cNvPr>
          <p:cNvSpPr txBox="1"/>
          <p:nvPr/>
        </p:nvSpPr>
        <p:spPr>
          <a:xfrm>
            <a:off x="533400" y="6565900"/>
            <a:ext cx="4191000" cy="177800"/>
          </a:xfrm>
          <a:prstGeom prst="rect">
            <a:avLst/>
          </a:prstGeom>
          <a:noFill/>
        </p:spPr>
        <p:txBody>
          <a:bodyPr vert="horz" wrap="square" lIns="0" tIns="0" rIns="0" bIns="0" rtlCol="0" anchor="t">
            <a:noAutofit/>
          </a:bodyPr>
          <a:lstStyle/>
          <a:p>
            <a:r>
              <a:rPr lang="en-US" sz="950">
                <a:solidFill>
                  <a:srgbClr val="5E7165"/>
                </a:solidFill>
                <a:latin typeface="Segoe UI" panose="020B0502040204020203" pitchFamily="34" charset="0"/>
              </a:rPr>
              <a:t>Songbird  /  Team kickoff  /  14 September 2026</a:t>
            </a:r>
          </a:p>
        </p:txBody>
      </p:sp>
      <p:sp>
        <p:nvSpPr>
          <p:cNvPr id="6" name="TextBox 5">
            <a:extLst>
              <a:ext uri="{FF2B5EF4-FFF2-40B4-BE49-F238E27FC236}">
                <a16:creationId xmlns:a16="http://schemas.microsoft.com/office/drawing/2014/main" id="{062F315D-189F-8985-E6C7-098F1B59F6C7}"/>
              </a:ext>
            </a:extLst>
          </p:cNvPr>
          <p:cNvSpPr txBox="1"/>
          <p:nvPr/>
        </p:nvSpPr>
        <p:spPr>
          <a:xfrm>
            <a:off x="10998200" y="6553200"/>
            <a:ext cx="660400" cy="190500"/>
          </a:xfrm>
          <a:prstGeom prst="rect">
            <a:avLst/>
          </a:prstGeom>
          <a:noFill/>
        </p:spPr>
        <p:txBody>
          <a:bodyPr vert="horz" wrap="square" lIns="0" tIns="0" rIns="0" bIns="0" rtlCol="0" anchor="t">
            <a:noAutofit/>
          </a:bodyPr>
          <a:lstStyle/>
          <a:p>
            <a:pPr algn="r"/>
            <a:r>
              <a:rPr lang="en-US" sz="1000" b="1">
                <a:solidFill>
                  <a:srgbClr val="5E7165"/>
                </a:solidFill>
                <a:latin typeface="Segoe UI" panose="020B0502040204020203" pitchFamily="34" charset="0"/>
              </a:rPr>
              <a:t>05</a:t>
            </a:r>
          </a:p>
        </p:txBody>
      </p:sp>
      <p:sp>
        <p:nvSpPr>
          <p:cNvPr id="7" name="Rectangle: Rounded Corners 6">
            <a:extLst>
              <a:ext uri="{FF2B5EF4-FFF2-40B4-BE49-F238E27FC236}">
                <a16:creationId xmlns:a16="http://schemas.microsoft.com/office/drawing/2014/main" id="{E5D1FBEC-AE81-1CDC-8FF4-46067E8C86C4}"/>
              </a:ext>
            </a:extLst>
          </p:cNvPr>
          <p:cNvSpPr/>
          <p:nvPr/>
        </p:nvSpPr>
        <p:spPr>
          <a:xfrm>
            <a:off x="571500" y="1917700"/>
            <a:ext cx="11074400" cy="3581400"/>
          </a:xfrm>
          <a:prstGeom prst="roundRect">
            <a:avLst>
              <a:gd name="adj" fmla="val 12000"/>
            </a:avLst>
          </a:prstGeom>
          <a:solidFill>
            <a:srgbClr val="FFFFFF"/>
          </a:solidFill>
          <a:ln w="8890">
            <a:solidFill>
              <a:srgbClr val="D5DF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613C3E7-A509-C53F-D842-241407F866C3}"/>
              </a:ext>
            </a:extLst>
          </p:cNvPr>
          <p:cNvSpPr/>
          <p:nvPr/>
        </p:nvSpPr>
        <p:spPr>
          <a:xfrm>
            <a:off x="584200" y="1930400"/>
            <a:ext cx="11049000" cy="469900"/>
          </a:xfrm>
          <a:prstGeom prst="roundRect">
            <a:avLst>
              <a:gd name="adj" fmla="val 12000"/>
            </a:avLst>
          </a:prstGeom>
          <a:solidFill>
            <a:srgbClr val="E5F0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58F3E4B-CD68-55B0-45FE-4DF675BF3B0A}"/>
              </a:ext>
            </a:extLst>
          </p:cNvPr>
          <p:cNvSpPr txBox="1"/>
          <p:nvPr/>
        </p:nvSpPr>
        <p:spPr>
          <a:xfrm>
            <a:off x="762000" y="2031999"/>
            <a:ext cx="1155700" cy="279400"/>
          </a:xfrm>
          <a:prstGeom prst="rect">
            <a:avLst/>
          </a:prstGeom>
          <a:noFill/>
        </p:spPr>
        <p:txBody>
          <a:bodyPr vert="horz" wrap="square" lIns="0" tIns="0" rIns="0" bIns="0" rtlCol="0" anchor="t">
            <a:noAutofit/>
          </a:bodyPr>
          <a:lstStyle/>
          <a:p>
            <a:r>
              <a:rPr lang="en-US" sz="1600" b="1">
                <a:solidFill>
                  <a:srgbClr val="226A53"/>
                </a:solidFill>
                <a:latin typeface="Segoe UI" panose="020B0502040204020203" pitchFamily="34" charset="0"/>
              </a:rPr>
              <a:t>Songbird</a:t>
            </a:r>
          </a:p>
        </p:txBody>
      </p:sp>
      <p:sp>
        <p:nvSpPr>
          <p:cNvPr id="10" name="TextBox 9">
            <a:extLst>
              <a:ext uri="{FF2B5EF4-FFF2-40B4-BE49-F238E27FC236}">
                <a16:creationId xmlns:a16="http://schemas.microsoft.com/office/drawing/2014/main" id="{2D45E8B7-FDCA-12E7-628A-227BC8C29F83}"/>
              </a:ext>
            </a:extLst>
          </p:cNvPr>
          <p:cNvSpPr txBox="1"/>
          <p:nvPr/>
        </p:nvSpPr>
        <p:spPr>
          <a:xfrm>
            <a:off x="2247900" y="2057399"/>
            <a:ext cx="6527800" cy="279400"/>
          </a:xfrm>
          <a:prstGeom prst="rect">
            <a:avLst/>
          </a:prstGeom>
          <a:noFill/>
        </p:spPr>
        <p:txBody>
          <a:bodyPr vert="horz" wrap="square" lIns="0" tIns="0" rIns="0" bIns="0" rtlCol="0" anchor="t">
            <a:noAutofit/>
          </a:bodyPr>
          <a:lstStyle/>
          <a:p>
            <a:r>
              <a:rPr lang="nl-NL" sz="1200" b="1">
                <a:solidFill>
                  <a:srgbClr val="213B31"/>
                </a:solidFill>
                <a:latin typeface="Segoe UI" panose="020B0502040204020203" pitchFamily="34" charset="0"/>
              </a:rPr>
              <a:t>Play   /   Loop     96 BPM     D Dorian     Guide: Piano</a:t>
            </a:r>
            <a:endParaRPr lang="en-US" sz="1200" b="1">
              <a:solidFill>
                <a:srgbClr val="213B31"/>
              </a:solidFill>
              <a:latin typeface="Segoe UI" panose="020B0502040204020203" pitchFamily="34" charset="0"/>
            </a:endParaRPr>
          </a:p>
        </p:txBody>
      </p:sp>
      <p:sp>
        <p:nvSpPr>
          <p:cNvPr id="11" name="TextBox 10">
            <a:extLst>
              <a:ext uri="{FF2B5EF4-FFF2-40B4-BE49-F238E27FC236}">
                <a16:creationId xmlns:a16="http://schemas.microsoft.com/office/drawing/2014/main" id="{A1D519F3-7FFA-D6F6-A628-431390EF30A6}"/>
              </a:ext>
            </a:extLst>
          </p:cNvPr>
          <p:cNvSpPr txBox="1"/>
          <p:nvPr/>
        </p:nvSpPr>
        <p:spPr>
          <a:xfrm>
            <a:off x="9740900" y="2057399"/>
            <a:ext cx="1676400" cy="279400"/>
          </a:xfrm>
          <a:prstGeom prst="rect">
            <a:avLst/>
          </a:prstGeom>
          <a:noFill/>
        </p:spPr>
        <p:txBody>
          <a:bodyPr vert="horz" wrap="square" lIns="0" tIns="0" rIns="0" bIns="0" rtlCol="0" anchor="t">
            <a:noAutofit/>
          </a:bodyPr>
          <a:lstStyle/>
          <a:p>
            <a:pPr algn="r"/>
            <a:r>
              <a:rPr lang="en-US" sz="1200" b="1">
                <a:solidFill>
                  <a:srgbClr val="226A53"/>
                </a:solidFill>
                <a:latin typeface="Segoe UI" panose="020B0502040204020203" pitchFamily="34" charset="0"/>
              </a:rPr>
              <a:t>Learn my part</a:t>
            </a:r>
          </a:p>
        </p:txBody>
      </p:sp>
      <p:cxnSp>
        <p:nvCxnSpPr>
          <p:cNvPr id="12" name="Straight Connector 11">
            <a:extLst>
              <a:ext uri="{FF2B5EF4-FFF2-40B4-BE49-F238E27FC236}">
                <a16:creationId xmlns:a16="http://schemas.microsoft.com/office/drawing/2014/main" id="{A9DCC430-EF3C-9C24-5EB3-52E911D33070}"/>
              </a:ext>
            </a:extLst>
          </p:cNvPr>
          <p:cNvCxnSpPr/>
          <p:nvPr/>
        </p:nvCxnSpPr>
        <p:spPr>
          <a:xfrm>
            <a:off x="2273300" y="2413000"/>
            <a:ext cx="0" cy="3073400"/>
          </a:xfrm>
          <a:prstGeom prst="line">
            <a:avLst/>
          </a:prstGeom>
          <a:ln w="12700">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FFC019A-B46E-D8DC-0574-F4D3F2B11508}"/>
              </a:ext>
            </a:extLst>
          </p:cNvPr>
          <p:cNvCxnSpPr/>
          <p:nvPr/>
        </p:nvCxnSpPr>
        <p:spPr>
          <a:xfrm>
            <a:off x="9296400" y="2413000"/>
            <a:ext cx="0" cy="3073400"/>
          </a:xfrm>
          <a:prstGeom prst="line">
            <a:avLst/>
          </a:prstGeom>
          <a:ln w="12700">
            <a:solidFill>
              <a:srgbClr val="D5DFD7"/>
            </a:solidFill>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AADB1C53-D1B4-A112-D529-AD683A1038A0}"/>
              </a:ext>
            </a:extLst>
          </p:cNvPr>
          <p:cNvSpPr/>
          <p:nvPr/>
        </p:nvSpPr>
        <p:spPr>
          <a:xfrm>
            <a:off x="749300" y="3009900"/>
            <a:ext cx="76200" cy="76200"/>
          </a:xfrm>
          <a:prstGeom prst="ellipse">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DE7313F-95B3-6524-A068-9A7D61C5551E}"/>
              </a:ext>
            </a:extLst>
          </p:cNvPr>
          <p:cNvSpPr txBox="1"/>
          <p:nvPr/>
        </p:nvSpPr>
        <p:spPr>
          <a:xfrm>
            <a:off x="901700" y="2946399"/>
            <a:ext cx="1282700" cy="292100"/>
          </a:xfrm>
          <a:prstGeom prst="rect">
            <a:avLst/>
          </a:prstGeom>
          <a:noFill/>
        </p:spPr>
        <p:txBody>
          <a:bodyPr vert="horz" wrap="square" lIns="0" tIns="0" rIns="0" bIns="0" rtlCol="0" anchor="t">
            <a:noAutofit/>
          </a:bodyPr>
          <a:lstStyle/>
          <a:p>
            <a:r>
              <a:rPr lang="en-US" sz="1200" b="1">
                <a:solidFill>
                  <a:srgbClr val="226A53"/>
                </a:solidFill>
                <a:latin typeface="Segoe UI" panose="020B0502040204020203" pitchFamily="34" charset="0"/>
              </a:rPr>
              <a:t>Original lead</a:t>
            </a:r>
          </a:p>
        </p:txBody>
      </p:sp>
      <p:sp>
        <p:nvSpPr>
          <p:cNvPr id="16" name="TextBox 15">
            <a:extLst>
              <a:ext uri="{FF2B5EF4-FFF2-40B4-BE49-F238E27FC236}">
                <a16:creationId xmlns:a16="http://schemas.microsoft.com/office/drawing/2014/main" id="{BEFBBF59-611E-F112-4D78-90CDCDF7F372}"/>
              </a:ext>
            </a:extLst>
          </p:cNvPr>
          <p:cNvSpPr txBox="1"/>
          <p:nvPr/>
        </p:nvSpPr>
        <p:spPr>
          <a:xfrm>
            <a:off x="977900" y="3175000"/>
            <a:ext cx="1003300" cy="203200"/>
          </a:xfrm>
          <a:prstGeom prst="rect">
            <a:avLst/>
          </a:prstGeom>
          <a:noFill/>
        </p:spPr>
        <p:txBody>
          <a:bodyPr vert="horz" wrap="square" lIns="0" tIns="0" rIns="0" bIns="0" rtlCol="0" anchor="t">
            <a:noAutofit/>
          </a:bodyPr>
          <a:lstStyle/>
          <a:p>
            <a:r>
              <a:rPr lang="en-US" sz="850">
                <a:solidFill>
                  <a:srgbClr val="5E7165"/>
                </a:solidFill>
                <a:latin typeface="Segoe UI" panose="020B0502040204020203" pitchFamily="34" charset="0"/>
              </a:rPr>
              <a:t>Mute   Solo</a:t>
            </a:r>
          </a:p>
        </p:txBody>
      </p:sp>
      <p:sp>
        <p:nvSpPr>
          <p:cNvPr id="17" name="Oval 16">
            <a:extLst>
              <a:ext uri="{FF2B5EF4-FFF2-40B4-BE49-F238E27FC236}">
                <a16:creationId xmlns:a16="http://schemas.microsoft.com/office/drawing/2014/main" id="{3093539F-0A2C-3C37-F7DF-02386C9DA030}"/>
              </a:ext>
            </a:extLst>
          </p:cNvPr>
          <p:cNvSpPr/>
          <p:nvPr/>
        </p:nvSpPr>
        <p:spPr>
          <a:xfrm>
            <a:off x="749300" y="3467100"/>
            <a:ext cx="76200" cy="76200"/>
          </a:xfrm>
          <a:prstGeom prst="ellipse">
            <a:avLst/>
          </a:prstGeom>
          <a:solidFill>
            <a:srgbClr val="355FB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5A65382-51C4-B50D-05C5-1381D09DA44F}"/>
              </a:ext>
            </a:extLst>
          </p:cNvPr>
          <p:cNvSpPr txBox="1"/>
          <p:nvPr/>
        </p:nvSpPr>
        <p:spPr>
          <a:xfrm>
            <a:off x="901700" y="3403599"/>
            <a:ext cx="1282700" cy="292100"/>
          </a:xfrm>
          <a:prstGeom prst="rect">
            <a:avLst/>
          </a:prstGeom>
          <a:noFill/>
        </p:spPr>
        <p:txBody>
          <a:bodyPr vert="horz" wrap="square" lIns="0" tIns="0" rIns="0" bIns="0" rtlCol="0" anchor="t">
            <a:noAutofit/>
          </a:bodyPr>
          <a:lstStyle/>
          <a:p>
            <a:r>
              <a:rPr lang="en-US" sz="1200" b="1">
                <a:solidFill>
                  <a:srgbClr val="355FB2"/>
                </a:solidFill>
                <a:latin typeface="Segoe UI" panose="020B0502040204020203" pitchFamily="34" charset="0"/>
              </a:rPr>
              <a:t>Harmony 1</a:t>
            </a:r>
          </a:p>
        </p:txBody>
      </p:sp>
      <p:sp>
        <p:nvSpPr>
          <p:cNvPr id="19" name="TextBox 18">
            <a:extLst>
              <a:ext uri="{FF2B5EF4-FFF2-40B4-BE49-F238E27FC236}">
                <a16:creationId xmlns:a16="http://schemas.microsoft.com/office/drawing/2014/main" id="{D9A4E98E-21B1-24EB-8CE8-8758D8E73C6F}"/>
              </a:ext>
            </a:extLst>
          </p:cNvPr>
          <p:cNvSpPr txBox="1"/>
          <p:nvPr/>
        </p:nvSpPr>
        <p:spPr>
          <a:xfrm>
            <a:off x="977900" y="3632200"/>
            <a:ext cx="1003300" cy="203200"/>
          </a:xfrm>
          <a:prstGeom prst="rect">
            <a:avLst/>
          </a:prstGeom>
          <a:noFill/>
        </p:spPr>
        <p:txBody>
          <a:bodyPr vert="horz" wrap="square" lIns="0" tIns="0" rIns="0" bIns="0" rtlCol="0" anchor="t">
            <a:noAutofit/>
          </a:bodyPr>
          <a:lstStyle/>
          <a:p>
            <a:r>
              <a:rPr lang="en-US" sz="850">
                <a:solidFill>
                  <a:srgbClr val="5E7165"/>
                </a:solidFill>
                <a:latin typeface="Segoe UI" panose="020B0502040204020203" pitchFamily="34" charset="0"/>
              </a:rPr>
              <a:t>Mute   Solo</a:t>
            </a:r>
          </a:p>
        </p:txBody>
      </p:sp>
      <p:sp>
        <p:nvSpPr>
          <p:cNvPr id="20" name="Oval 19">
            <a:extLst>
              <a:ext uri="{FF2B5EF4-FFF2-40B4-BE49-F238E27FC236}">
                <a16:creationId xmlns:a16="http://schemas.microsoft.com/office/drawing/2014/main" id="{6961C81C-457D-DC10-86CC-B3667299F7C3}"/>
              </a:ext>
            </a:extLst>
          </p:cNvPr>
          <p:cNvSpPr/>
          <p:nvPr/>
        </p:nvSpPr>
        <p:spPr>
          <a:xfrm>
            <a:off x="749300" y="3924300"/>
            <a:ext cx="76200" cy="76200"/>
          </a:xfrm>
          <a:prstGeom prst="ellipse">
            <a:avLst/>
          </a:prstGeom>
          <a:solidFill>
            <a:srgbClr val="76509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506C63F-FD4F-A704-CA13-5F474CF092FE}"/>
              </a:ext>
            </a:extLst>
          </p:cNvPr>
          <p:cNvSpPr txBox="1"/>
          <p:nvPr/>
        </p:nvSpPr>
        <p:spPr>
          <a:xfrm>
            <a:off x="901700" y="3860799"/>
            <a:ext cx="1282700" cy="292100"/>
          </a:xfrm>
          <a:prstGeom prst="rect">
            <a:avLst/>
          </a:prstGeom>
          <a:noFill/>
        </p:spPr>
        <p:txBody>
          <a:bodyPr vert="horz" wrap="square" lIns="0" tIns="0" rIns="0" bIns="0" rtlCol="0" anchor="t">
            <a:noAutofit/>
          </a:bodyPr>
          <a:lstStyle/>
          <a:p>
            <a:r>
              <a:rPr lang="en-US" sz="1200" b="1">
                <a:solidFill>
                  <a:srgbClr val="765094"/>
                </a:solidFill>
                <a:latin typeface="Segoe UI" panose="020B0502040204020203" pitchFamily="34" charset="0"/>
              </a:rPr>
              <a:t>Harmony 2</a:t>
            </a:r>
          </a:p>
        </p:txBody>
      </p:sp>
      <p:sp>
        <p:nvSpPr>
          <p:cNvPr id="22" name="TextBox 21">
            <a:extLst>
              <a:ext uri="{FF2B5EF4-FFF2-40B4-BE49-F238E27FC236}">
                <a16:creationId xmlns:a16="http://schemas.microsoft.com/office/drawing/2014/main" id="{BC678806-711F-46C4-A8AC-74EFF7FB22CC}"/>
              </a:ext>
            </a:extLst>
          </p:cNvPr>
          <p:cNvSpPr txBox="1"/>
          <p:nvPr/>
        </p:nvSpPr>
        <p:spPr>
          <a:xfrm>
            <a:off x="977900" y="4089400"/>
            <a:ext cx="1003300" cy="203200"/>
          </a:xfrm>
          <a:prstGeom prst="rect">
            <a:avLst/>
          </a:prstGeom>
          <a:noFill/>
        </p:spPr>
        <p:txBody>
          <a:bodyPr vert="horz" wrap="square" lIns="0" tIns="0" rIns="0" bIns="0" rtlCol="0" anchor="t">
            <a:noAutofit/>
          </a:bodyPr>
          <a:lstStyle/>
          <a:p>
            <a:r>
              <a:rPr lang="en-US" sz="850">
                <a:solidFill>
                  <a:srgbClr val="5E7165"/>
                </a:solidFill>
                <a:latin typeface="Segoe UI" panose="020B0502040204020203" pitchFamily="34" charset="0"/>
              </a:rPr>
              <a:t>Mute   Solo</a:t>
            </a:r>
          </a:p>
        </p:txBody>
      </p:sp>
      <p:sp>
        <p:nvSpPr>
          <p:cNvPr id="23" name="Oval 22">
            <a:extLst>
              <a:ext uri="{FF2B5EF4-FFF2-40B4-BE49-F238E27FC236}">
                <a16:creationId xmlns:a16="http://schemas.microsoft.com/office/drawing/2014/main" id="{627E87B8-F7C8-9A09-C6BC-F26D0E39D886}"/>
              </a:ext>
            </a:extLst>
          </p:cNvPr>
          <p:cNvSpPr/>
          <p:nvPr/>
        </p:nvSpPr>
        <p:spPr>
          <a:xfrm>
            <a:off x="749300" y="4381500"/>
            <a:ext cx="76200" cy="76200"/>
          </a:xfrm>
          <a:prstGeom prst="ellipse">
            <a:avLst/>
          </a:prstGeom>
          <a:solidFill>
            <a:srgbClr val="A4524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8B2DFB9-9A62-ACD4-C2E9-A9BB91F1A3B2}"/>
              </a:ext>
            </a:extLst>
          </p:cNvPr>
          <p:cNvSpPr txBox="1"/>
          <p:nvPr/>
        </p:nvSpPr>
        <p:spPr>
          <a:xfrm>
            <a:off x="901700" y="4317999"/>
            <a:ext cx="1282700" cy="292100"/>
          </a:xfrm>
          <a:prstGeom prst="rect">
            <a:avLst/>
          </a:prstGeom>
          <a:noFill/>
        </p:spPr>
        <p:txBody>
          <a:bodyPr vert="horz" wrap="square" lIns="0" tIns="0" rIns="0" bIns="0" rtlCol="0" anchor="t">
            <a:noAutofit/>
          </a:bodyPr>
          <a:lstStyle/>
          <a:p>
            <a:r>
              <a:rPr lang="en-US" sz="1200" b="1">
                <a:solidFill>
                  <a:srgbClr val="A45243"/>
                </a:solidFill>
                <a:latin typeface="Segoe UI" panose="020B0502040204020203" pitchFamily="34" charset="0"/>
              </a:rPr>
              <a:t>Harmony 3</a:t>
            </a:r>
          </a:p>
        </p:txBody>
      </p:sp>
      <p:sp>
        <p:nvSpPr>
          <p:cNvPr id="25" name="TextBox 24">
            <a:extLst>
              <a:ext uri="{FF2B5EF4-FFF2-40B4-BE49-F238E27FC236}">
                <a16:creationId xmlns:a16="http://schemas.microsoft.com/office/drawing/2014/main" id="{95C042A8-1367-BE74-E5C9-1FFE4D579A47}"/>
              </a:ext>
            </a:extLst>
          </p:cNvPr>
          <p:cNvSpPr txBox="1"/>
          <p:nvPr/>
        </p:nvSpPr>
        <p:spPr>
          <a:xfrm>
            <a:off x="977900" y="4546600"/>
            <a:ext cx="1003300" cy="203200"/>
          </a:xfrm>
          <a:prstGeom prst="rect">
            <a:avLst/>
          </a:prstGeom>
          <a:noFill/>
        </p:spPr>
        <p:txBody>
          <a:bodyPr vert="horz" wrap="square" lIns="0" tIns="0" rIns="0" bIns="0" rtlCol="0" anchor="t">
            <a:noAutofit/>
          </a:bodyPr>
          <a:lstStyle/>
          <a:p>
            <a:r>
              <a:rPr lang="en-US" sz="850">
                <a:solidFill>
                  <a:srgbClr val="5E7165"/>
                </a:solidFill>
                <a:latin typeface="Segoe UI" panose="020B0502040204020203" pitchFamily="34" charset="0"/>
              </a:rPr>
              <a:t>Mute   Solo</a:t>
            </a:r>
          </a:p>
        </p:txBody>
      </p:sp>
      <p:sp>
        <p:nvSpPr>
          <p:cNvPr id="26" name="Oval 25">
            <a:extLst>
              <a:ext uri="{FF2B5EF4-FFF2-40B4-BE49-F238E27FC236}">
                <a16:creationId xmlns:a16="http://schemas.microsoft.com/office/drawing/2014/main" id="{4FE5C3C0-9F47-6C4B-3276-AA412E1FA072}"/>
              </a:ext>
            </a:extLst>
          </p:cNvPr>
          <p:cNvSpPr/>
          <p:nvPr/>
        </p:nvSpPr>
        <p:spPr>
          <a:xfrm>
            <a:off x="749300" y="4838700"/>
            <a:ext cx="76200" cy="76200"/>
          </a:xfrm>
          <a:prstGeom prst="ellipse">
            <a:avLst/>
          </a:prstGeom>
          <a:solidFill>
            <a:srgbClr val="866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57F69DF-1A51-D471-EA62-B96CE5F90A5D}"/>
              </a:ext>
            </a:extLst>
          </p:cNvPr>
          <p:cNvSpPr txBox="1"/>
          <p:nvPr/>
        </p:nvSpPr>
        <p:spPr>
          <a:xfrm>
            <a:off x="901700" y="4775199"/>
            <a:ext cx="1282700" cy="292100"/>
          </a:xfrm>
          <a:prstGeom prst="rect">
            <a:avLst/>
          </a:prstGeom>
          <a:noFill/>
        </p:spPr>
        <p:txBody>
          <a:bodyPr vert="horz" wrap="square" lIns="0" tIns="0" rIns="0" bIns="0" rtlCol="0" anchor="t">
            <a:noAutofit/>
          </a:bodyPr>
          <a:lstStyle/>
          <a:p>
            <a:r>
              <a:rPr lang="en-US" sz="1200" b="1">
                <a:solidFill>
                  <a:srgbClr val="86682D"/>
                </a:solidFill>
                <a:latin typeface="Segoe UI" panose="020B0502040204020203" pitchFamily="34" charset="0"/>
              </a:rPr>
              <a:t>Harmony 4</a:t>
            </a:r>
          </a:p>
        </p:txBody>
      </p:sp>
      <p:sp>
        <p:nvSpPr>
          <p:cNvPr id="28" name="TextBox 27">
            <a:extLst>
              <a:ext uri="{FF2B5EF4-FFF2-40B4-BE49-F238E27FC236}">
                <a16:creationId xmlns:a16="http://schemas.microsoft.com/office/drawing/2014/main" id="{131AC7E4-7072-01E3-C4E5-50697561DC9A}"/>
              </a:ext>
            </a:extLst>
          </p:cNvPr>
          <p:cNvSpPr txBox="1"/>
          <p:nvPr/>
        </p:nvSpPr>
        <p:spPr>
          <a:xfrm>
            <a:off x="977900" y="5003800"/>
            <a:ext cx="1003300" cy="203200"/>
          </a:xfrm>
          <a:prstGeom prst="rect">
            <a:avLst/>
          </a:prstGeom>
          <a:noFill/>
        </p:spPr>
        <p:txBody>
          <a:bodyPr vert="horz" wrap="square" lIns="0" tIns="0" rIns="0" bIns="0" rtlCol="0" anchor="t">
            <a:noAutofit/>
          </a:bodyPr>
          <a:lstStyle/>
          <a:p>
            <a:r>
              <a:rPr lang="en-US" sz="850">
                <a:solidFill>
                  <a:srgbClr val="5E7165"/>
                </a:solidFill>
                <a:latin typeface="Segoe UI" panose="020B0502040204020203" pitchFamily="34" charset="0"/>
              </a:rPr>
              <a:t>Mute   Solo</a:t>
            </a:r>
          </a:p>
        </p:txBody>
      </p:sp>
      <p:sp>
        <p:nvSpPr>
          <p:cNvPr id="29" name="TextBox 28">
            <a:extLst>
              <a:ext uri="{FF2B5EF4-FFF2-40B4-BE49-F238E27FC236}">
                <a16:creationId xmlns:a16="http://schemas.microsoft.com/office/drawing/2014/main" id="{2A291C66-D395-95F1-015E-D9A2E0E766C1}"/>
              </a:ext>
            </a:extLst>
          </p:cNvPr>
          <p:cNvSpPr txBox="1"/>
          <p:nvPr/>
        </p:nvSpPr>
        <p:spPr>
          <a:xfrm>
            <a:off x="2463800" y="2540000"/>
            <a:ext cx="6451600" cy="266700"/>
          </a:xfrm>
          <a:prstGeom prst="rect">
            <a:avLst/>
          </a:prstGeom>
          <a:noFill/>
        </p:spPr>
        <p:txBody>
          <a:bodyPr vert="horz" wrap="square" lIns="0" tIns="0" rIns="0" bIns="0" rtlCol="0" anchor="t">
            <a:noAutofit/>
          </a:bodyPr>
          <a:lstStyle/>
          <a:p>
            <a:r>
              <a:rPr lang="en-US" sz="1300" b="1">
                <a:solidFill>
                  <a:srgbClr val="213B31"/>
                </a:solidFill>
                <a:latin typeface="Segoe UI" panose="020B0502040204020203" pitchFamily="34" charset="0"/>
              </a:rPr>
              <a:t>Dm                   G                    Am                   Dm</a:t>
            </a:r>
          </a:p>
        </p:txBody>
      </p:sp>
      <p:cxnSp>
        <p:nvCxnSpPr>
          <p:cNvPr id="30" name="Straight Connector 29">
            <a:extLst>
              <a:ext uri="{FF2B5EF4-FFF2-40B4-BE49-F238E27FC236}">
                <a16:creationId xmlns:a16="http://schemas.microsoft.com/office/drawing/2014/main" id="{5FC9B7C0-D2CD-E214-C579-1D67F0E4A313}"/>
              </a:ext>
            </a:extLst>
          </p:cNvPr>
          <p:cNvCxnSpPr/>
          <p:nvPr/>
        </p:nvCxnSpPr>
        <p:spPr>
          <a:xfrm>
            <a:off x="2425700" y="2921000"/>
            <a:ext cx="6731000" cy="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29210FD-EE12-1CE1-A661-2E6CDC7768D3}"/>
              </a:ext>
            </a:extLst>
          </p:cNvPr>
          <p:cNvCxnSpPr/>
          <p:nvPr/>
        </p:nvCxnSpPr>
        <p:spPr>
          <a:xfrm>
            <a:off x="2425700" y="3124200"/>
            <a:ext cx="6731000" cy="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D468ED0D-F0B2-738B-FE2E-3ABDDFD07D9D}"/>
              </a:ext>
            </a:extLst>
          </p:cNvPr>
          <p:cNvCxnSpPr/>
          <p:nvPr/>
        </p:nvCxnSpPr>
        <p:spPr>
          <a:xfrm>
            <a:off x="2425700" y="3327400"/>
            <a:ext cx="6731000" cy="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2D41309-EDC4-5846-BA0C-27F0AD535E57}"/>
              </a:ext>
            </a:extLst>
          </p:cNvPr>
          <p:cNvCxnSpPr/>
          <p:nvPr/>
        </p:nvCxnSpPr>
        <p:spPr>
          <a:xfrm>
            <a:off x="2425700" y="3530600"/>
            <a:ext cx="6731000" cy="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1C5C7D-4865-4818-2517-29F14AC2DADD}"/>
              </a:ext>
            </a:extLst>
          </p:cNvPr>
          <p:cNvCxnSpPr/>
          <p:nvPr/>
        </p:nvCxnSpPr>
        <p:spPr>
          <a:xfrm>
            <a:off x="2425700" y="3733800"/>
            <a:ext cx="6731000" cy="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491204F-D0D5-EE87-78B5-F2BB2319D2D3}"/>
              </a:ext>
            </a:extLst>
          </p:cNvPr>
          <p:cNvCxnSpPr/>
          <p:nvPr/>
        </p:nvCxnSpPr>
        <p:spPr>
          <a:xfrm>
            <a:off x="2425700" y="3937000"/>
            <a:ext cx="6731000" cy="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C2A665AB-9028-A5E5-5E38-F2C1F97AA7A0}"/>
              </a:ext>
            </a:extLst>
          </p:cNvPr>
          <p:cNvCxnSpPr/>
          <p:nvPr/>
        </p:nvCxnSpPr>
        <p:spPr>
          <a:xfrm>
            <a:off x="2425700" y="4140200"/>
            <a:ext cx="6731000" cy="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A010A43-CCBA-F929-B10A-0A45BEA0113A}"/>
              </a:ext>
            </a:extLst>
          </p:cNvPr>
          <p:cNvCxnSpPr/>
          <p:nvPr/>
        </p:nvCxnSpPr>
        <p:spPr>
          <a:xfrm>
            <a:off x="2425700" y="4343400"/>
            <a:ext cx="6731000" cy="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E32DE23-D8F9-02E4-BBD1-9CB9DFA24AC8}"/>
              </a:ext>
            </a:extLst>
          </p:cNvPr>
          <p:cNvCxnSpPr/>
          <p:nvPr/>
        </p:nvCxnSpPr>
        <p:spPr>
          <a:xfrm>
            <a:off x="2425700" y="4546600"/>
            <a:ext cx="6731000" cy="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B67EDD24-28B6-8EEA-A830-E32535B0314C}"/>
              </a:ext>
            </a:extLst>
          </p:cNvPr>
          <p:cNvCxnSpPr/>
          <p:nvPr/>
        </p:nvCxnSpPr>
        <p:spPr>
          <a:xfrm>
            <a:off x="2425700" y="4749800"/>
            <a:ext cx="6731000" cy="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408B7B-CA6C-D01D-A554-BE91E3E14FF8}"/>
              </a:ext>
            </a:extLst>
          </p:cNvPr>
          <p:cNvCxnSpPr/>
          <p:nvPr/>
        </p:nvCxnSpPr>
        <p:spPr>
          <a:xfrm>
            <a:off x="2425700" y="4953000"/>
            <a:ext cx="6731000" cy="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25B86DC3-A8F0-FFDD-CCDE-BAB0102983A3}"/>
              </a:ext>
            </a:extLst>
          </p:cNvPr>
          <p:cNvCxnSpPr/>
          <p:nvPr/>
        </p:nvCxnSpPr>
        <p:spPr>
          <a:xfrm>
            <a:off x="2425700" y="5156200"/>
            <a:ext cx="6731000" cy="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D9E4BB30-484C-E527-57D0-D5F2C5A9F7C7}"/>
              </a:ext>
            </a:extLst>
          </p:cNvPr>
          <p:cNvCxnSpPr/>
          <p:nvPr/>
        </p:nvCxnSpPr>
        <p:spPr>
          <a:xfrm>
            <a:off x="24384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6FF3F795-A8CE-57BE-8107-BC7D20CFA659}"/>
              </a:ext>
            </a:extLst>
          </p:cNvPr>
          <p:cNvCxnSpPr/>
          <p:nvPr/>
        </p:nvCxnSpPr>
        <p:spPr>
          <a:xfrm>
            <a:off x="28575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9F85D7C2-7E3E-D37C-B18E-62B665E192FE}"/>
              </a:ext>
            </a:extLst>
          </p:cNvPr>
          <p:cNvCxnSpPr/>
          <p:nvPr/>
        </p:nvCxnSpPr>
        <p:spPr>
          <a:xfrm>
            <a:off x="32766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9362B09B-C6F1-ACF5-9DEF-6B9524834D5E}"/>
              </a:ext>
            </a:extLst>
          </p:cNvPr>
          <p:cNvCxnSpPr/>
          <p:nvPr/>
        </p:nvCxnSpPr>
        <p:spPr>
          <a:xfrm>
            <a:off x="36957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E48A0A70-7AFF-9B3E-256B-0E9AC671D1ED}"/>
              </a:ext>
            </a:extLst>
          </p:cNvPr>
          <p:cNvCxnSpPr/>
          <p:nvPr/>
        </p:nvCxnSpPr>
        <p:spPr>
          <a:xfrm>
            <a:off x="41148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F1A16A36-C087-251A-CC36-4932C4AD17F5}"/>
              </a:ext>
            </a:extLst>
          </p:cNvPr>
          <p:cNvCxnSpPr/>
          <p:nvPr/>
        </p:nvCxnSpPr>
        <p:spPr>
          <a:xfrm>
            <a:off x="45339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DBECE6C4-E6FA-71C3-77C2-9079EE911586}"/>
              </a:ext>
            </a:extLst>
          </p:cNvPr>
          <p:cNvCxnSpPr/>
          <p:nvPr/>
        </p:nvCxnSpPr>
        <p:spPr>
          <a:xfrm>
            <a:off x="49530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D2EFBC6C-D719-4AFB-DAFA-44BB1ED9DD2B}"/>
              </a:ext>
            </a:extLst>
          </p:cNvPr>
          <p:cNvCxnSpPr/>
          <p:nvPr/>
        </p:nvCxnSpPr>
        <p:spPr>
          <a:xfrm>
            <a:off x="53721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F70EB7D8-0CC8-C0E6-A38E-E15B63BAF878}"/>
              </a:ext>
            </a:extLst>
          </p:cNvPr>
          <p:cNvCxnSpPr/>
          <p:nvPr/>
        </p:nvCxnSpPr>
        <p:spPr>
          <a:xfrm>
            <a:off x="57912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47E5CFE-473B-6DE7-882D-7E1FFCCAB4E9}"/>
              </a:ext>
            </a:extLst>
          </p:cNvPr>
          <p:cNvCxnSpPr/>
          <p:nvPr/>
        </p:nvCxnSpPr>
        <p:spPr>
          <a:xfrm>
            <a:off x="62103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B7A92B55-27F1-9DA7-C8D2-3232E0FA186D}"/>
              </a:ext>
            </a:extLst>
          </p:cNvPr>
          <p:cNvCxnSpPr/>
          <p:nvPr/>
        </p:nvCxnSpPr>
        <p:spPr>
          <a:xfrm>
            <a:off x="66294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77893468-F89D-CD99-9437-5BA6E71C106A}"/>
              </a:ext>
            </a:extLst>
          </p:cNvPr>
          <p:cNvCxnSpPr/>
          <p:nvPr/>
        </p:nvCxnSpPr>
        <p:spPr>
          <a:xfrm>
            <a:off x="70485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60FBD71E-AE68-F34C-44DF-EBB47D62D7B7}"/>
              </a:ext>
            </a:extLst>
          </p:cNvPr>
          <p:cNvCxnSpPr/>
          <p:nvPr/>
        </p:nvCxnSpPr>
        <p:spPr>
          <a:xfrm>
            <a:off x="74676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0A4A729E-DE22-6E0C-745A-C5F0F3F897D4}"/>
              </a:ext>
            </a:extLst>
          </p:cNvPr>
          <p:cNvCxnSpPr/>
          <p:nvPr/>
        </p:nvCxnSpPr>
        <p:spPr>
          <a:xfrm>
            <a:off x="78867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0BFE127B-2C7A-43BC-C3C8-27601192731A}"/>
              </a:ext>
            </a:extLst>
          </p:cNvPr>
          <p:cNvCxnSpPr/>
          <p:nvPr/>
        </p:nvCxnSpPr>
        <p:spPr>
          <a:xfrm>
            <a:off x="83058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59E7B238-5B7F-DAFF-3532-60148955BF56}"/>
              </a:ext>
            </a:extLst>
          </p:cNvPr>
          <p:cNvCxnSpPr/>
          <p:nvPr/>
        </p:nvCxnSpPr>
        <p:spPr>
          <a:xfrm>
            <a:off x="87249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AFD54C36-9303-A873-6BAB-B20E09AF0D00}"/>
              </a:ext>
            </a:extLst>
          </p:cNvPr>
          <p:cNvCxnSpPr/>
          <p:nvPr/>
        </p:nvCxnSpPr>
        <p:spPr>
          <a:xfrm>
            <a:off x="9144000" y="2921000"/>
            <a:ext cx="0" cy="2413000"/>
          </a:xfrm>
          <a:prstGeom prst="line">
            <a:avLst/>
          </a:prstGeom>
          <a:ln w="6985">
            <a:solidFill>
              <a:srgbClr val="D5DFD7"/>
            </a:solidFill>
          </a:ln>
        </p:spPr>
        <p:style>
          <a:lnRef idx="2">
            <a:schemeClr val="accent1"/>
          </a:lnRef>
          <a:fillRef idx="0">
            <a:schemeClr val="accent1"/>
          </a:fillRef>
          <a:effectRef idx="1">
            <a:schemeClr val="accent1"/>
          </a:effectRef>
          <a:fontRef idx="minor">
            <a:schemeClr val="tx1"/>
          </a:fontRef>
        </p:style>
      </p:cxnSp>
      <p:sp>
        <p:nvSpPr>
          <p:cNvPr id="59" name="Rectangle: Rounded Corners 58">
            <a:extLst>
              <a:ext uri="{FF2B5EF4-FFF2-40B4-BE49-F238E27FC236}">
                <a16:creationId xmlns:a16="http://schemas.microsoft.com/office/drawing/2014/main" id="{A278A0BB-EE5D-7D6F-19A1-8791E9B8B6BB}"/>
              </a:ext>
            </a:extLst>
          </p:cNvPr>
          <p:cNvSpPr/>
          <p:nvPr/>
        </p:nvSpPr>
        <p:spPr>
          <a:xfrm>
            <a:off x="2514600" y="3390900"/>
            <a:ext cx="609600" cy="127000"/>
          </a:xfrm>
          <a:prstGeom prst="roundRect">
            <a:avLst>
              <a:gd name="adj" fmla="val 12000"/>
            </a:avLst>
          </a:prstGeom>
          <a:solidFill>
            <a:srgbClr val="E5F0E8"/>
          </a:solidFill>
          <a:ln w="8890">
            <a:solidFill>
              <a:srgbClr val="226A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id="{9834FE9D-D2D7-05DA-2DA9-3AC6A7E2BA57}"/>
              </a:ext>
            </a:extLst>
          </p:cNvPr>
          <p:cNvSpPr/>
          <p:nvPr/>
        </p:nvSpPr>
        <p:spPr>
          <a:xfrm>
            <a:off x="3340100" y="3594100"/>
            <a:ext cx="609600" cy="127000"/>
          </a:xfrm>
          <a:prstGeom prst="roundRect">
            <a:avLst>
              <a:gd name="adj" fmla="val 12000"/>
            </a:avLst>
          </a:prstGeom>
          <a:solidFill>
            <a:srgbClr val="E5F0E8"/>
          </a:solidFill>
          <a:ln w="8890">
            <a:solidFill>
              <a:srgbClr val="226A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E97EE7EB-A38F-9222-48A1-4BC30D528EDD}"/>
              </a:ext>
            </a:extLst>
          </p:cNvPr>
          <p:cNvSpPr/>
          <p:nvPr/>
        </p:nvSpPr>
        <p:spPr>
          <a:xfrm>
            <a:off x="4165600" y="3594100"/>
            <a:ext cx="609600" cy="127000"/>
          </a:xfrm>
          <a:prstGeom prst="roundRect">
            <a:avLst>
              <a:gd name="adj" fmla="val 12000"/>
            </a:avLst>
          </a:prstGeom>
          <a:solidFill>
            <a:srgbClr val="E5F0E8"/>
          </a:solidFill>
          <a:ln w="8890">
            <a:solidFill>
              <a:srgbClr val="226A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Rounded Corners 61">
            <a:extLst>
              <a:ext uri="{FF2B5EF4-FFF2-40B4-BE49-F238E27FC236}">
                <a16:creationId xmlns:a16="http://schemas.microsoft.com/office/drawing/2014/main" id="{688E3A06-0214-B2AD-971F-556292B9B7E3}"/>
              </a:ext>
            </a:extLst>
          </p:cNvPr>
          <p:cNvSpPr/>
          <p:nvPr/>
        </p:nvSpPr>
        <p:spPr>
          <a:xfrm>
            <a:off x="4991100" y="3390900"/>
            <a:ext cx="609600" cy="127000"/>
          </a:xfrm>
          <a:prstGeom prst="roundRect">
            <a:avLst>
              <a:gd name="adj" fmla="val 12000"/>
            </a:avLst>
          </a:prstGeom>
          <a:solidFill>
            <a:srgbClr val="E5F0E8"/>
          </a:solidFill>
          <a:ln w="8890">
            <a:solidFill>
              <a:srgbClr val="226A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Rounded Corners 62">
            <a:extLst>
              <a:ext uri="{FF2B5EF4-FFF2-40B4-BE49-F238E27FC236}">
                <a16:creationId xmlns:a16="http://schemas.microsoft.com/office/drawing/2014/main" id="{D66B77E9-720A-45FB-CE7A-10CC2BBB8265}"/>
              </a:ext>
            </a:extLst>
          </p:cNvPr>
          <p:cNvSpPr/>
          <p:nvPr/>
        </p:nvSpPr>
        <p:spPr>
          <a:xfrm>
            <a:off x="5816600" y="3187700"/>
            <a:ext cx="609600" cy="127000"/>
          </a:xfrm>
          <a:prstGeom prst="roundRect">
            <a:avLst>
              <a:gd name="adj" fmla="val 12000"/>
            </a:avLst>
          </a:prstGeom>
          <a:solidFill>
            <a:srgbClr val="E5F0E8"/>
          </a:solidFill>
          <a:ln w="8890">
            <a:solidFill>
              <a:srgbClr val="226A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Rounded Corners 63">
            <a:extLst>
              <a:ext uri="{FF2B5EF4-FFF2-40B4-BE49-F238E27FC236}">
                <a16:creationId xmlns:a16="http://schemas.microsoft.com/office/drawing/2014/main" id="{42091C50-71A4-72C7-D692-155073466219}"/>
              </a:ext>
            </a:extLst>
          </p:cNvPr>
          <p:cNvSpPr/>
          <p:nvPr/>
        </p:nvSpPr>
        <p:spPr>
          <a:xfrm>
            <a:off x="6642100" y="3390900"/>
            <a:ext cx="609600" cy="127000"/>
          </a:xfrm>
          <a:prstGeom prst="roundRect">
            <a:avLst>
              <a:gd name="adj" fmla="val 12000"/>
            </a:avLst>
          </a:prstGeom>
          <a:solidFill>
            <a:srgbClr val="E5F0E8"/>
          </a:solidFill>
          <a:ln w="8890">
            <a:solidFill>
              <a:srgbClr val="226A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5708E792-53F0-7D05-67A2-C7F64855BA29}"/>
              </a:ext>
            </a:extLst>
          </p:cNvPr>
          <p:cNvSpPr/>
          <p:nvPr/>
        </p:nvSpPr>
        <p:spPr>
          <a:xfrm>
            <a:off x="7467600" y="3594100"/>
            <a:ext cx="609600" cy="127000"/>
          </a:xfrm>
          <a:prstGeom prst="roundRect">
            <a:avLst>
              <a:gd name="adj" fmla="val 12000"/>
            </a:avLst>
          </a:prstGeom>
          <a:solidFill>
            <a:srgbClr val="E5F0E8"/>
          </a:solidFill>
          <a:ln w="8890">
            <a:solidFill>
              <a:srgbClr val="226A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Rounded Corners 65">
            <a:extLst>
              <a:ext uri="{FF2B5EF4-FFF2-40B4-BE49-F238E27FC236}">
                <a16:creationId xmlns:a16="http://schemas.microsoft.com/office/drawing/2014/main" id="{865783DF-72F0-D985-B8F9-8C689F922273}"/>
              </a:ext>
            </a:extLst>
          </p:cNvPr>
          <p:cNvSpPr/>
          <p:nvPr/>
        </p:nvSpPr>
        <p:spPr>
          <a:xfrm>
            <a:off x="8293100" y="3390900"/>
            <a:ext cx="609600" cy="127000"/>
          </a:xfrm>
          <a:prstGeom prst="roundRect">
            <a:avLst>
              <a:gd name="adj" fmla="val 12000"/>
            </a:avLst>
          </a:prstGeom>
          <a:solidFill>
            <a:srgbClr val="E5F0E8"/>
          </a:solidFill>
          <a:ln w="8890">
            <a:solidFill>
              <a:srgbClr val="226A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Rounded Corners 66">
            <a:extLst>
              <a:ext uri="{FF2B5EF4-FFF2-40B4-BE49-F238E27FC236}">
                <a16:creationId xmlns:a16="http://schemas.microsoft.com/office/drawing/2014/main" id="{10F8C99A-77D5-D9B6-5EF0-5878D5C2A5E6}"/>
              </a:ext>
            </a:extLst>
          </p:cNvPr>
          <p:cNvSpPr/>
          <p:nvPr/>
        </p:nvSpPr>
        <p:spPr>
          <a:xfrm>
            <a:off x="2514600" y="2997200"/>
            <a:ext cx="609600" cy="127000"/>
          </a:xfrm>
          <a:prstGeom prst="roundRect">
            <a:avLst>
              <a:gd name="adj" fmla="val 12000"/>
            </a:avLst>
          </a:prstGeom>
          <a:solidFill>
            <a:srgbClr val="E3EBFA"/>
          </a:solidFill>
          <a:ln w="8890">
            <a:solidFill>
              <a:srgbClr val="355F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Rounded Corners 67">
            <a:extLst>
              <a:ext uri="{FF2B5EF4-FFF2-40B4-BE49-F238E27FC236}">
                <a16:creationId xmlns:a16="http://schemas.microsoft.com/office/drawing/2014/main" id="{A084F790-1CD0-A009-1146-B48D30341C85}"/>
              </a:ext>
            </a:extLst>
          </p:cNvPr>
          <p:cNvSpPr/>
          <p:nvPr/>
        </p:nvSpPr>
        <p:spPr>
          <a:xfrm>
            <a:off x="3340100" y="3187700"/>
            <a:ext cx="609600" cy="127000"/>
          </a:xfrm>
          <a:prstGeom prst="roundRect">
            <a:avLst>
              <a:gd name="adj" fmla="val 12000"/>
            </a:avLst>
          </a:prstGeom>
          <a:solidFill>
            <a:srgbClr val="E3EBFA"/>
          </a:solidFill>
          <a:ln w="8890">
            <a:solidFill>
              <a:srgbClr val="355F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Rounded Corners 68">
            <a:extLst>
              <a:ext uri="{FF2B5EF4-FFF2-40B4-BE49-F238E27FC236}">
                <a16:creationId xmlns:a16="http://schemas.microsoft.com/office/drawing/2014/main" id="{C561B9E1-033E-41A1-6A03-5228EF3F489F}"/>
              </a:ext>
            </a:extLst>
          </p:cNvPr>
          <p:cNvSpPr/>
          <p:nvPr/>
        </p:nvSpPr>
        <p:spPr>
          <a:xfrm>
            <a:off x="4165600" y="3187700"/>
            <a:ext cx="609600" cy="127000"/>
          </a:xfrm>
          <a:prstGeom prst="roundRect">
            <a:avLst>
              <a:gd name="adj" fmla="val 12000"/>
            </a:avLst>
          </a:prstGeom>
          <a:solidFill>
            <a:srgbClr val="E3EBFA"/>
          </a:solidFill>
          <a:ln w="8890">
            <a:solidFill>
              <a:srgbClr val="355F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Rounded Corners 69">
            <a:extLst>
              <a:ext uri="{FF2B5EF4-FFF2-40B4-BE49-F238E27FC236}">
                <a16:creationId xmlns:a16="http://schemas.microsoft.com/office/drawing/2014/main" id="{5C8BD3D9-01FF-C291-4F23-43ECD5E1C9D4}"/>
              </a:ext>
            </a:extLst>
          </p:cNvPr>
          <p:cNvSpPr/>
          <p:nvPr/>
        </p:nvSpPr>
        <p:spPr>
          <a:xfrm>
            <a:off x="4991100" y="2997200"/>
            <a:ext cx="609600" cy="127000"/>
          </a:xfrm>
          <a:prstGeom prst="roundRect">
            <a:avLst>
              <a:gd name="adj" fmla="val 12000"/>
            </a:avLst>
          </a:prstGeom>
          <a:solidFill>
            <a:srgbClr val="E3EBFA"/>
          </a:solidFill>
          <a:ln w="8890">
            <a:solidFill>
              <a:srgbClr val="355F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Rounded Corners 70">
            <a:extLst>
              <a:ext uri="{FF2B5EF4-FFF2-40B4-BE49-F238E27FC236}">
                <a16:creationId xmlns:a16="http://schemas.microsoft.com/office/drawing/2014/main" id="{6FF0065D-01C7-4D6B-462D-3438A6FA9002}"/>
              </a:ext>
            </a:extLst>
          </p:cNvPr>
          <p:cNvSpPr/>
          <p:nvPr/>
        </p:nvSpPr>
        <p:spPr>
          <a:xfrm>
            <a:off x="5816600" y="2997200"/>
            <a:ext cx="609600" cy="127000"/>
          </a:xfrm>
          <a:prstGeom prst="roundRect">
            <a:avLst>
              <a:gd name="adj" fmla="val 12000"/>
            </a:avLst>
          </a:prstGeom>
          <a:solidFill>
            <a:srgbClr val="E3EBFA"/>
          </a:solidFill>
          <a:ln w="8890">
            <a:solidFill>
              <a:srgbClr val="355F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Rounded Corners 71">
            <a:extLst>
              <a:ext uri="{FF2B5EF4-FFF2-40B4-BE49-F238E27FC236}">
                <a16:creationId xmlns:a16="http://schemas.microsoft.com/office/drawing/2014/main" id="{A515A8A0-7718-CE2D-6AE2-B6A7E5F91C0E}"/>
              </a:ext>
            </a:extLst>
          </p:cNvPr>
          <p:cNvSpPr/>
          <p:nvPr/>
        </p:nvSpPr>
        <p:spPr>
          <a:xfrm>
            <a:off x="6642100" y="3187700"/>
            <a:ext cx="609600" cy="127000"/>
          </a:xfrm>
          <a:prstGeom prst="roundRect">
            <a:avLst>
              <a:gd name="adj" fmla="val 12000"/>
            </a:avLst>
          </a:prstGeom>
          <a:solidFill>
            <a:srgbClr val="E3EBFA"/>
          </a:solidFill>
          <a:ln w="8890">
            <a:solidFill>
              <a:srgbClr val="355F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Rounded Corners 72">
            <a:extLst>
              <a:ext uri="{FF2B5EF4-FFF2-40B4-BE49-F238E27FC236}">
                <a16:creationId xmlns:a16="http://schemas.microsoft.com/office/drawing/2014/main" id="{FC651E0F-69BD-8F1B-AA58-F605FFBAC272}"/>
              </a:ext>
            </a:extLst>
          </p:cNvPr>
          <p:cNvSpPr/>
          <p:nvPr/>
        </p:nvSpPr>
        <p:spPr>
          <a:xfrm>
            <a:off x="7467600" y="3187700"/>
            <a:ext cx="609600" cy="127000"/>
          </a:xfrm>
          <a:prstGeom prst="roundRect">
            <a:avLst>
              <a:gd name="adj" fmla="val 12000"/>
            </a:avLst>
          </a:prstGeom>
          <a:solidFill>
            <a:srgbClr val="E3EBFA"/>
          </a:solidFill>
          <a:ln w="8890">
            <a:solidFill>
              <a:srgbClr val="355F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Rounded Corners 73">
            <a:extLst>
              <a:ext uri="{FF2B5EF4-FFF2-40B4-BE49-F238E27FC236}">
                <a16:creationId xmlns:a16="http://schemas.microsoft.com/office/drawing/2014/main" id="{444FF701-8E4D-C79D-A251-B00FB091A4F3}"/>
              </a:ext>
            </a:extLst>
          </p:cNvPr>
          <p:cNvSpPr/>
          <p:nvPr/>
        </p:nvSpPr>
        <p:spPr>
          <a:xfrm>
            <a:off x="8293100" y="2997200"/>
            <a:ext cx="609600" cy="127000"/>
          </a:xfrm>
          <a:prstGeom prst="roundRect">
            <a:avLst>
              <a:gd name="adj" fmla="val 12000"/>
            </a:avLst>
          </a:prstGeom>
          <a:solidFill>
            <a:srgbClr val="E3EBFA"/>
          </a:solidFill>
          <a:ln w="8890">
            <a:solidFill>
              <a:srgbClr val="355F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CE7DBC46-139F-5E4D-DA4D-834C779F7BEB}"/>
              </a:ext>
            </a:extLst>
          </p:cNvPr>
          <p:cNvSpPr/>
          <p:nvPr/>
        </p:nvSpPr>
        <p:spPr>
          <a:xfrm>
            <a:off x="2514600" y="4000500"/>
            <a:ext cx="609600" cy="127000"/>
          </a:xfrm>
          <a:prstGeom prst="roundRect">
            <a:avLst>
              <a:gd name="adj" fmla="val 12000"/>
            </a:avLst>
          </a:prstGeom>
          <a:solidFill>
            <a:srgbClr val="EEE5F5"/>
          </a:solidFill>
          <a:ln w="8890">
            <a:solidFill>
              <a:srgbClr val="7650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Rounded Corners 75">
            <a:extLst>
              <a:ext uri="{FF2B5EF4-FFF2-40B4-BE49-F238E27FC236}">
                <a16:creationId xmlns:a16="http://schemas.microsoft.com/office/drawing/2014/main" id="{7FFA6199-02C2-5B6A-C7C9-75E474AC38D9}"/>
              </a:ext>
            </a:extLst>
          </p:cNvPr>
          <p:cNvSpPr/>
          <p:nvPr/>
        </p:nvSpPr>
        <p:spPr>
          <a:xfrm>
            <a:off x="3340100" y="4000500"/>
            <a:ext cx="609600" cy="127000"/>
          </a:xfrm>
          <a:prstGeom prst="roundRect">
            <a:avLst>
              <a:gd name="adj" fmla="val 12000"/>
            </a:avLst>
          </a:prstGeom>
          <a:solidFill>
            <a:srgbClr val="EEE5F5"/>
          </a:solidFill>
          <a:ln w="8890">
            <a:solidFill>
              <a:srgbClr val="7650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Rounded Corners 76">
            <a:extLst>
              <a:ext uri="{FF2B5EF4-FFF2-40B4-BE49-F238E27FC236}">
                <a16:creationId xmlns:a16="http://schemas.microsoft.com/office/drawing/2014/main" id="{69180BAF-7BEA-6ABD-7AC5-4A07AD3110BC}"/>
              </a:ext>
            </a:extLst>
          </p:cNvPr>
          <p:cNvSpPr/>
          <p:nvPr/>
        </p:nvSpPr>
        <p:spPr>
          <a:xfrm>
            <a:off x="4165600" y="3797300"/>
            <a:ext cx="609600" cy="127000"/>
          </a:xfrm>
          <a:prstGeom prst="roundRect">
            <a:avLst>
              <a:gd name="adj" fmla="val 12000"/>
            </a:avLst>
          </a:prstGeom>
          <a:solidFill>
            <a:srgbClr val="EEE5F5"/>
          </a:solidFill>
          <a:ln w="8890">
            <a:solidFill>
              <a:srgbClr val="7650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Rounded Corners 77">
            <a:extLst>
              <a:ext uri="{FF2B5EF4-FFF2-40B4-BE49-F238E27FC236}">
                <a16:creationId xmlns:a16="http://schemas.microsoft.com/office/drawing/2014/main" id="{2058BB80-A100-32DC-00AD-4F5DC9F1677A}"/>
              </a:ext>
            </a:extLst>
          </p:cNvPr>
          <p:cNvSpPr/>
          <p:nvPr/>
        </p:nvSpPr>
        <p:spPr>
          <a:xfrm>
            <a:off x="4991100" y="4000500"/>
            <a:ext cx="609600" cy="127000"/>
          </a:xfrm>
          <a:prstGeom prst="roundRect">
            <a:avLst>
              <a:gd name="adj" fmla="val 12000"/>
            </a:avLst>
          </a:prstGeom>
          <a:solidFill>
            <a:srgbClr val="EEE5F5"/>
          </a:solidFill>
          <a:ln w="8890">
            <a:solidFill>
              <a:srgbClr val="7650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Rounded Corners 78">
            <a:extLst>
              <a:ext uri="{FF2B5EF4-FFF2-40B4-BE49-F238E27FC236}">
                <a16:creationId xmlns:a16="http://schemas.microsoft.com/office/drawing/2014/main" id="{8E3166E0-CB11-64A3-8176-1A4B15563006}"/>
              </a:ext>
            </a:extLst>
          </p:cNvPr>
          <p:cNvSpPr/>
          <p:nvPr/>
        </p:nvSpPr>
        <p:spPr>
          <a:xfrm>
            <a:off x="5816600" y="3797300"/>
            <a:ext cx="609600" cy="127000"/>
          </a:xfrm>
          <a:prstGeom prst="roundRect">
            <a:avLst>
              <a:gd name="adj" fmla="val 12000"/>
            </a:avLst>
          </a:prstGeom>
          <a:solidFill>
            <a:srgbClr val="EEE5F5"/>
          </a:solidFill>
          <a:ln w="8890">
            <a:solidFill>
              <a:srgbClr val="7650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Rounded Corners 79">
            <a:extLst>
              <a:ext uri="{FF2B5EF4-FFF2-40B4-BE49-F238E27FC236}">
                <a16:creationId xmlns:a16="http://schemas.microsoft.com/office/drawing/2014/main" id="{92342B7F-6D00-AB03-C7CE-B9B73ADE34DC}"/>
              </a:ext>
            </a:extLst>
          </p:cNvPr>
          <p:cNvSpPr/>
          <p:nvPr/>
        </p:nvSpPr>
        <p:spPr>
          <a:xfrm>
            <a:off x="6642100" y="4000500"/>
            <a:ext cx="609600" cy="127000"/>
          </a:xfrm>
          <a:prstGeom prst="roundRect">
            <a:avLst>
              <a:gd name="adj" fmla="val 12000"/>
            </a:avLst>
          </a:prstGeom>
          <a:solidFill>
            <a:srgbClr val="EEE5F5"/>
          </a:solidFill>
          <a:ln w="8890">
            <a:solidFill>
              <a:srgbClr val="7650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Rounded Corners 80">
            <a:extLst>
              <a:ext uri="{FF2B5EF4-FFF2-40B4-BE49-F238E27FC236}">
                <a16:creationId xmlns:a16="http://schemas.microsoft.com/office/drawing/2014/main" id="{00A03C0F-80E5-66A1-92B3-32B69704AB24}"/>
              </a:ext>
            </a:extLst>
          </p:cNvPr>
          <p:cNvSpPr/>
          <p:nvPr/>
        </p:nvSpPr>
        <p:spPr>
          <a:xfrm>
            <a:off x="7467600" y="4000500"/>
            <a:ext cx="609600" cy="127000"/>
          </a:xfrm>
          <a:prstGeom prst="roundRect">
            <a:avLst>
              <a:gd name="adj" fmla="val 12000"/>
            </a:avLst>
          </a:prstGeom>
          <a:solidFill>
            <a:srgbClr val="EEE5F5"/>
          </a:solidFill>
          <a:ln w="8890">
            <a:solidFill>
              <a:srgbClr val="7650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Rounded Corners 81">
            <a:extLst>
              <a:ext uri="{FF2B5EF4-FFF2-40B4-BE49-F238E27FC236}">
                <a16:creationId xmlns:a16="http://schemas.microsoft.com/office/drawing/2014/main" id="{039ECDA7-1630-4D6D-F900-BA0EAB958BE5}"/>
              </a:ext>
            </a:extLst>
          </p:cNvPr>
          <p:cNvSpPr/>
          <p:nvPr/>
        </p:nvSpPr>
        <p:spPr>
          <a:xfrm>
            <a:off x="8293100" y="4000500"/>
            <a:ext cx="609600" cy="127000"/>
          </a:xfrm>
          <a:prstGeom prst="roundRect">
            <a:avLst>
              <a:gd name="adj" fmla="val 12000"/>
            </a:avLst>
          </a:prstGeom>
          <a:solidFill>
            <a:srgbClr val="EEE5F5"/>
          </a:solidFill>
          <a:ln w="8890">
            <a:solidFill>
              <a:srgbClr val="7650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Rounded Corners 82">
            <a:extLst>
              <a:ext uri="{FF2B5EF4-FFF2-40B4-BE49-F238E27FC236}">
                <a16:creationId xmlns:a16="http://schemas.microsoft.com/office/drawing/2014/main" id="{E523F704-FFE0-E24D-74DA-540BF44B02AD}"/>
              </a:ext>
            </a:extLst>
          </p:cNvPr>
          <p:cNvSpPr/>
          <p:nvPr/>
        </p:nvSpPr>
        <p:spPr>
          <a:xfrm>
            <a:off x="2514600" y="4406900"/>
            <a:ext cx="609600" cy="127000"/>
          </a:xfrm>
          <a:prstGeom prst="roundRect">
            <a:avLst>
              <a:gd name="adj" fmla="val 12000"/>
            </a:avLst>
          </a:prstGeom>
          <a:solidFill>
            <a:srgbClr val="F6E5DF"/>
          </a:solidFill>
          <a:ln w="8890">
            <a:solidFill>
              <a:srgbClr val="A452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Rounded Corners 83">
            <a:extLst>
              <a:ext uri="{FF2B5EF4-FFF2-40B4-BE49-F238E27FC236}">
                <a16:creationId xmlns:a16="http://schemas.microsoft.com/office/drawing/2014/main" id="{18758669-368F-F4CD-7E70-401A9C6B031E}"/>
              </a:ext>
            </a:extLst>
          </p:cNvPr>
          <p:cNvSpPr/>
          <p:nvPr/>
        </p:nvSpPr>
        <p:spPr>
          <a:xfrm>
            <a:off x="3340100" y="4610100"/>
            <a:ext cx="609600" cy="127000"/>
          </a:xfrm>
          <a:prstGeom prst="roundRect">
            <a:avLst>
              <a:gd name="adj" fmla="val 12000"/>
            </a:avLst>
          </a:prstGeom>
          <a:solidFill>
            <a:srgbClr val="F6E5DF"/>
          </a:solidFill>
          <a:ln w="8890">
            <a:solidFill>
              <a:srgbClr val="A452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Rounded Corners 84">
            <a:extLst>
              <a:ext uri="{FF2B5EF4-FFF2-40B4-BE49-F238E27FC236}">
                <a16:creationId xmlns:a16="http://schemas.microsoft.com/office/drawing/2014/main" id="{71B3F25A-7057-9C1C-CE05-8C464A3FBEC8}"/>
              </a:ext>
            </a:extLst>
          </p:cNvPr>
          <p:cNvSpPr/>
          <p:nvPr/>
        </p:nvSpPr>
        <p:spPr>
          <a:xfrm>
            <a:off x="4165600" y="4406900"/>
            <a:ext cx="609600" cy="127000"/>
          </a:xfrm>
          <a:prstGeom prst="roundRect">
            <a:avLst>
              <a:gd name="adj" fmla="val 12000"/>
            </a:avLst>
          </a:prstGeom>
          <a:solidFill>
            <a:srgbClr val="F6E5DF"/>
          </a:solidFill>
          <a:ln w="8890">
            <a:solidFill>
              <a:srgbClr val="A452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Rounded Corners 85">
            <a:extLst>
              <a:ext uri="{FF2B5EF4-FFF2-40B4-BE49-F238E27FC236}">
                <a16:creationId xmlns:a16="http://schemas.microsoft.com/office/drawing/2014/main" id="{CCA791C0-D019-D802-2091-FA7AD25541B0}"/>
              </a:ext>
            </a:extLst>
          </p:cNvPr>
          <p:cNvSpPr/>
          <p:nvPr/>
        </p:nvSpPr>
        <p:spPr>
          <a:xfrm>
            <a:off x="4991100" y="4406900"/>
            <a:ext cx="609600" cy="127000"/>
          </a:xfrm>
          <a:prstGeom prst="roundRect">
            <a:avLst>
              <a:gd name="adj" fmla="val 12000"/>
            </a:avLst>
          </a:prstGeom>
          <a:solidFill>
            <a:srgbClr val="F6E5DF"/>
          </a:solidFill>
          <a:ln w="8890">
            <a:solidFill>
              <a:srgbClr val="A452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Rounded Corners 86">
            <a:extLst>
              <a:ext uri="{FF2B5EF4-FFF2-40B4-BE49-F238E27FC236}">
                <a16:creationId xmlns:a16="http://schemas.microsoft.com/office/drawing/2014/main" id="{7EBA687D-5727-2A2F-B030-43609C75A6C9}"/>
              </a:ext>
            </a:extLst>
          </p:cNvPr>
          <p:cNvSpPr/>
          <p:nvPr/>
        </p:nvSpPr>
        <p:spPr>
          <a:xfrm>
            <a:off x="5816600" y="4406900"/>
            <a:ext cx="609600" cy="127000"/>
          </a:xfrm>
          <a:prstGeom prst="roundRect">
            <a:avLst>
              <a:gd name="adj" fmla="val 12000"/>
            </a:avLst>
          </a:prstGeom>
          <a:solidFill>
            <a:srgbClr val="F6E5DF"/>
          </a:solidFill>
          <a:ln w="8890">
            <a:solidFill>
              <a:srgbClr val="A452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Rounded Corners 87">
            <a:extLst>
              <a:ext uri="{FF2B5EF4-FFF2-40B4-BE49-F238E27FC236}">
                <a16:creationId xmlns:a16="http://schemas.microsoft.com/office/drawing/2014/main" id="{387F9556-4794-1376-6CBD-D3FB772F16D9}"/>
              </a:ext>
            </a:extLst>
          </p:cNvPr>
          <p:cNvSpPr/>
          <p:nvPr/>
        </p:nvSpPr>
        <p:spPr>
          <a:xfrm>
            <a:off x="6642100" y="4610100"/>
            <a:ext cx="609600" cy="127000"/>
          </a:xfrm>
          <a:prstGeom prst="roundRect">
            <a:avLst>
              <a:gd name="adj" fmla="val 12000"/>
            </a:avLst>
          </a:prstGeom>
          <a:solidFill>
            <a:srgbClr val="F6E5DF"/>
          </a:solidFill>
          <a:ln w="8890">
            <a:solidFill>
              <a:srgbClr val="A452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Rounded Corners 88">
            <a:extLst>
              <a:ext uri="{FF2B5EF4-FFF2-40B4-BE49-F238E27FC236}">
                <a16:creationId xmlns:a16="http://schemas.microsoft.com/office/drawing/2014/main" id="{096A43B7-CB4D-54FF-4EF6-629E1DB8B995}"/>
              </a:ext>
            </a:extLst>
          </p:cNvPr>
          <p:cNvSpPr/>
          <p:nvPr/>
        </p:nvSpPr>
        <p:spPr>
          <a:xfrm>
            <a:off x="7467600" y="4406900"/>
            <a:ext cx="609600" cy="127000"/>
          </a:xfrm>
          <a:prstGeom prst="roundRect">
            <a:avLst>
              <a:gd name="adj" fmla="val 12000"/>
            </a:avLst>
          </a:prstGeom>
          <a:solidFill>
            <a:srgbClr val="F6E5DF"/>
          </a:solidFill>
          <a:ln w="8890">
            <a:solidFill>
              <a:srgbClr val="A452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Rounded Corners 89">
            <a:extLst>
              <a:ext uri="{FF2B5EF4-FFF2-40B4-BE49-F238E27FC236}">
                <a16:creationId xmlns:a16="http://schemas.microsoft.com/office/drawing/2014/main" id="{E78CDA83-F461-DBC0-1B39-E8D6447DAFCA}"/>
              </a:ext>
            </a:extLst>
          </p:cNvPr>
          <p:cNvSpPr/>
          <p:nvPr/>
        </p:nvSpPr>
        <p:spPr>
          <a:xfrm>
            <a:off x="8293100" y="4406900"/>
            <a:ext cx="609600" cy="127000"/>
          </a:xfrm>
          <a:prstGeom prst="roundRect">
            <a:avLst>
              <a:gd name="adj" fmla="val 12000"/>
            </a:avLst>
          </a:prstGeom>
          <a:solidFill>
            <a:srgbClr val="F6E5DF"/>
          </a:solidFill>
          <a:ln w="8890">
            <a:solidFill>
              <a:srgbClr val="A452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Rounded Corners 90">
            <a:extLst>
              <a:ext uri="{FF2B5EF4-FFF2-40B4-BE49-F238E27FC236}">
                <a16:creationId xmlns:a16="http://schemas.microsoft.com/office/drawing/2014/main" id="{6157F6F1-B0E7-2608-920A-BAF382C93398}"/>
              </a:ext>
            </a:extLst>
          </p:cNvPr>
          <p:cNvSpPr/>
          <p:nvPr/>
        </p:nvSpPr>
        <p:spPr>
          <a:xfrm>
            <a:off x="2514600" y="5016500"/>
            <a:ext cx="609600" cy="127000"/>
          </a:xfrm>
          <a:prstGeom prst="roundRect">
            <a:avLst>
              <a:gd name="adj" fmla="val 12000"/>
            </a:avLst>
          </a:prstGeom>
          <a:solidFill>
            <a:srgbClr val="F2EBD9"/>
          </a:solidFill>
          <a:ln w="8890">
            <a:solidFill>
              <a:srgbClr val="8668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Rounded Corners 91">
            <a:extLst>
              <a:ext uri="{FF2B5EF4-FFF2-40B4-BE49-F238E27FC236}">
                <a16:creationId xmlns:a16="http://schemas.microsoft.com/office/drawing/2014/main" id="{C3765CA9-05C6-9B1E-AEC1-EC4DB00733E5}"/>
              </a:ext>
            </a:extLst>
          </p:cNvPr>
          <p:cNvSpPr/>
          <p:nvPr/>
        </p:nvSpPr>
        <p:spPr>
          <a:xfrm>
            <a:off x="3340100" y="5016500"/>
            <a:ext cx="609600" cy="127000"/>
          </a:xfrm>
          <a:prstGeom prst="roundRect">
            <a:avLst>
              <a:gd name="adj" fmla="val 12000"/>
            </a:avLst>
          </a:prstGeom>
          <a:solidFill>
            <a:srgbClr val="F2EBD9"/>
          </a:solidFill>
          <a:ln w="8890">
            <a:solidFill>
              <a:srgbClr val="8668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Rounded Corners 92">
            <a:extLst>
              <a:ext uri="{FF2B5EF4-FFF2-40B4-BE49-F238E27FC236}">
                <a16:creationId xmlns:a16="http://schemas.microsoft.com/office/drawing/2014/main" id="{CE7C4726-0256-B9DD-1482-1875130D3887}"/>
              </a:ext>
            </a:extLst>
          </p:cNvPr>
          <p:cNvSpPr/>
          <p:nvPr/>
        </p:nvSpPr>
        <p:spPr>
          <a:xfrm>
            <a:off x="4165600" y="5219700"/>
            <a:ext cx="609600" cy="127000"/>
          </a:xfrm>
          <a:prstGeom prst="roundRect">
            <a:avLst>
              <a:gd name="adj" fmla="val 12000"/>
            </a:avLst>
          </a:prstGeom>
          <a:solidFill>
            <a:srgbClr val="F2EBD9"/>
          </a:solidFill>
          <a:ln w="8890">
            <a:solidFill>
              <a:srgbClr val="8668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Rounded Corners 93">
            <a:extLst>
              <a:ext uri="{FF2B5EF4-FFF2-40B4-BE49-F238E27FC236}">
                <a16:creationId xmlns:a16="http://schemas.microsoft.com/office/drawing/2014/main" id="{416A8BF1-892B-FD5F-6E61-805FE0A3FB96}"/>
              </a:ext>
            </a:extLst>
          </p:cNvPr>
          <p:cNvSpPr/>
          <p:nvPr/>
        </p:nvSpPr>
        <p:spPr>
          <a:xfrm>
            <a:off x="4991100" y="5016500"/>
            <a:ext cx="609600" cy="127000"/>
          </a:xfrm>
          <a:prstGeom prst="roundRect">
            <a:avLst>
              <a:gd name="adj" fmla="val 12000"/>
            </a:avLst>
          </a:prstGeom>
          <a:solidFill>
            <a:srgbClr val="F2EBD9"/>
          </a:solidFill>
          <a:ln w="8890">
            <a:solidFill>
              <a:srgbClr val="8668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Rounded Corners 94">
            <a:extLst>
              <a:ext uri="{FF2B5EF4-FFF2-40B4-BE49-F238E27FC236}">
                <a16:creationId xmlns:a16="http://schemas.microsoft.com/office/drawing/2014/main" id="{C29F6441-415A-577D-122D-97C8195B0EE5}"/>
              </a:ext>
            </a:extLst>
          </p:cNvPr>
          <p:cNvSpPr/>
          <p:nvPr/>
        </p:nvSpPr>
        <p:spPr>
          <a:xfrm>
            <a:off x="5816600" y="5016500"/>
            <a:ext cx="609600" cy="127000"/>
          </a:xfrm>
          <a:prstGeom prst="roundRect">
            <a:avLst>
              <a:gd name="adj" fmla="val 12000"/>
            </a:avLst>
          </a:prstGeom>
          <a:solidFill>
            <a:srgbClr val="F2EBD9"/>
          </a:solidFill>
          <a:ln w="8890">
            <a:solidFill>
              <a:srgbClr val="8668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Rounded Corners 95">
            <a:extLst>
              <a:ext uri="{FF2B5EF4-FFF2-40B4-BE49-F238E27FC236}">
                <a16:creationId xmlns:a16="http://schemas.microsoft.com/office/drawing/2014/main" id="{3B73598D-83F4-C1F6-AC24-B9A93365CC89}"/>
              </a:ext>
            </a:extLst>
          </p:cNvPr>
          <p:cNvSpPr/>
          <p:nvPr/>
        </p:nvSpPr>
        <p:spPr>
          <a:xfrm>
            <a:off x="6642100" y="5219700"/>
            <a:ext cx="609600" cy="127000"/>
          </a:xfrm>
          <a:prstGeom prst="roundRect">
            <a:avLst>
              <a:gd name="adj" fmla="val 12000"/>
            </a:avLst>
          </a:prstGeom>
          <a:solidFill>
            <a:srgbClr val="F2EBD9"/>
          </a:solidFill>
          <a:ln w="8890">
            <a:solidFill>
              <a:srgbClr val="8668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Rounded Corners 96">
            <a:extLst>
              <a:ext uri="{FF2B5EF4-FFF2-40B4-BE49-F238E27FC236}">
                <a16:creationId xmlns:a16="http://schemas.microsoft.com/office/drawing/2014/main" id="{39FE058F-CEB4-8964-EA3B-C553CFABBBEF}"/>
              </a:ext>
            </a:extLst>
          </p:cNvPr>
          <p:cNvSpPr/>
          <p:nvPr/>
        </p:nvSpPr>
        <p:spPr>
          <a:xfrm>
            <a:off x="7467600" y="5016500"/>
            <a:ext cx="609600" cy="127000"/>
          </a:xfrm>
          <a:prstGeom prst="roundRect">
            <a:avLst>
              <a:gd name="adj" fmla="val 12000"/>
            </a:avLst>
          </a:prstGeom>
          <a:solidFill>
            <a:srgbClr val="F2EBD9"/>
          </a:solidFill>
          <a:ln w="8890">
            <a:solidFill>
              <a:srgbClr val="8668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8AC3FB4C-0F9C-8B78-FC2A-606E390C5DB2}"/>
              </a:ext>
            </a:extLst>
          </p:cNvPr>
          <p:cNvSpPr/>
          <p:nvPr/>
        </p:nvSpPr>
        <p:spPr>
          <a:xfrm>
            <a:off x="8293100" y="5016500"/>
            <a:ext cx="609600" cy="127000"/>
          </a:xfrm>
          <a:prstGeom prst="roundRect">
            <a:avLst>
              <a:gd name="adj" fmla="val 12000"/>
            </a:avLst>
          </a:prstGeom>
          <a:solidFill>
            <a:srgbClr val="F2EBD9"/>
          </a:solidFill>
          <a:ln w="8890">
            <a:solidFill>
              <a:srgbClr val="8668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E9AEFAE3-7A30-DBFA-6B04-4BA111355C67}"/>
              </a:ext>
            </a:extLst>
          </p:cNvPr>
          <p:cNvSpPr txBox="1"/>
          <p:nvPr/>
        </p:nvSpPr>
        <p:spPr>
          <a:xfrm>
            <a:off x="9486900" y="2565399"/>
            <a:ext cx="1943100" cy="304800"/>
          </a:xfrm>
          <a:prstGeom prst="rect">
            <a:avLst/>
          </a:prstGeom>
          <a:noFill/>
        </p:spPr>
        <p:txBody>
          <a:bodyPr vert="horz" wrap="square" lIns="0" tIns="0" rIns="0" bIns="0" rtlCol="0" anchor="t">
            <a:noAutofit/>
          </a:bodyPr>
          <a:lstStyle/>
          <a:p>
            <a:r>
              <a:rPr lang="en-US" sz="1300" b="1">
                <a:solidFill>
                  <a:srgbClr val="213B31"/>
                </a:solidFill>
                <a:latin typeface="Segoe UI" panose="020B0502040204020203" pitchFamily="34" charset="0"/>
              </a:rPr>
              <a:t>Added parts</a:t>
            </a:r>
          </a:p>
        </p:txBody>
      </p:sp>
      <p:sp>
        <p:nvSpPr>
          <p:cNvPr id="100" name="Rectangle: Rounded Corners 99">
            <a:extLst>
              <a:ext uri="{FF2B5EF4-FFF2-40B4-BE49-F238E27FC236}">
                <a16:creationId xmlns:a16="http://schemas.microsoft.com/office/drawing/2014/main" id="{370C3B53-33D3-5E03-3D4F-A060C8D51F65}"/>
              </a:ext>
            </a:extLst>
          </p:cNvPr>
          <p:cNvSpPr/>
          <p:nvPr/>
        </p:nvSpPr>
        <p:spPr>
          <a:xfrm>
            <a:off x="9486900" y="2933700"/>
            <a:ext cx="393700" cy="330200"/>
          </a:xfrm>
          <a:prstGeom prst="roundRect">
            <a:avLst>
              <a:gd name="adj" fmla="val 12000"/>
            </a:avLst>
          </a:prstGeom>
          <a:solidFill>
            <a:srgbClr val="F4F7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TextBox 100">
            <a:extLst>
              <a:ext uri="{FF2B5EF4-FFF2-40B4-BE49-F238E27FC236}">
                <a16:creationId xmlns:a16="http://schemas.microsoft.com/office/drawing/2014/main" id="{0DEAA6DA-B8DC-7BA2-8AA9-1D774EC46C14}"/>
              </a:ext>
            </a:extLst>
          </p:cNvPr>
          <p:cNvSpPr txBox="1"/>
          <p:nvPr/>
        </p:nvSpPr>
        <p:spPr>
          <a:xfrm>
            <a:off x="9486900" y="2984500"/>
            <a:ext cx="393700" cy="241300"/>
          </a:xfrm>
          <a:prstGeom prst="rect">
            <a:avLst/>
          </a:prstGeom>
          <a:noFill/>
        </p:spPr>
        <p:txBody>
          <a:bodyPr vert="horz" wrap="square" lIns="0" tIns="0" rIns="0" bIns="0" rtlCol="0" anchor="t">
            <a:noAutofit/>
          </a:bodyPr>
          <a:lstStyle/>
          <a:p>
            <a:pPr algn="ctr"/>
            <a:r>
              <a:rPr lang="en-US" sz="1200" b="1">
                <a:solidFill>
                  <a:srgbClr val="213B31"/>
                </a:solidFill>
                <a:latin typeface="Segoe UI" panose="020B0502040204020203" pitchFamily="34" charset="0"/>
              </a:rPr>
              <a:t>1</a:t>
            </a:r>
          </a:p>
        </p:txBody>
      </p:sp>
      <p:sp>
        <p:nvSpPr>
          <p:cNvPr id="102" name="Rectangle: Rounded Corners 101">
            <a:extLst>
              <a:ext uri="{FF2B5EF4-FFF2-40B4-BE49-F238E27FC236}">
                <a16:creationId xmlns:a16="http://schemas.microsoft.com/office/drawing/2014/main" id="{5746B675-97E0-D868-EB1D-3E063C3CB1C7}"/>
              </a:ext>
            </a:extLst>
          </p:cNvPr>
          <p:cNvSpPr/>
          <p:nvPr/>
        </p:nvSpPr>
        <p:spPr>
          <a:xfrm>
            <a:off x="9982200" y="2933700"/>
            <a:ext cx="393700" cy="330200"/>
          </a:xfrm>
          <a:prstGeom prst="roundRect">
            <a:avLst>
              <a:gd name="adj" fmla="val 12000"/>
            </a:avLst>
          </a:prstGeom>
          <a:solidFill>
            <a:srgbClr val="F4F7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2ECCA7ED-699F-138D-AC34-7751E27D36B8}"/>
              </a:ext>
            </a:extLst>
          </p:cNvPr>
          <p:cNvSpPr txBox="1"/>
          <p:nvPr/>
        </p:nvSpPr>
        <p:spPr>
          <a:xfrm>
            <a:off x="9982200" y="2984500"/>
            <a:ext cx="393700" cy="241300"/>
          </a:xfrm>
          <a:prstGeom prst="rect">
            <a:avLst/>
          </a:prstGeom>
          <a:noFill/>
        </p:spPr>
        <p:txBody>
          <a:bodyPr vert="horz" wrap="square" lIns="0" tIns="0" rIns="0" bIns="0" rtlCol="0" anchor="t">
            <a:noAutofit/>
          </a:bodyPr>
          <a:lstStyle/>
          <a:p>
            <a:pPr algn="ctr"/>
            <a:r>
              <a:rPr lang="en-US" sz="1200" b="1">
                <a:solidFill>
                  <a:srgbClr val="213B31"/>
                </a:solidFill>
                <a:latin typeface="Segoe UI" panose="020B0502040204020203" pitchFamily="34" charset="0"/>
              </a:rPr>
              <a:t>2</a:t>
            </a:r>
          </a:p>
        </p:txBody>
      </p:sp>
      <p:sp>
        <p:nvSpPr>
          <p:cNvPr id="104" name="Rectangle: Rounded Corners 103">
            <a:extLst>
              <a:ext uri="{FF2B5EF4-FFF2-40B4-BE49-F238E27FC236}">
                <a16:creationId xmlns:a16="http://schemas.microsoft.com/office/drawing/2014/main" id="{9452D51D-B79D-63A0-A2A3-4D48D5186D75}"/>
              </a:ext>
            </a:extLst>
          </p:cNvPr>
          <p:cNvSpPr/>
          <p:nvPr/>
        </p:nvSpPr>
        <p:spPr>
          <a:xfrm>
            <a:off x="10477500" y="2933700"/>
            <a:ext cx="393700" cy="330200"/>
          </a:xfrm>
          <a:prstGeom prst="roundRect">
            <a:avLst>
              <a:gd name="adj" fmla="val 12000"/>
            </a:avLst>
          </a:prstGeom>
          <a:solidFill>
            <a:srgbClr val="F4F7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Box 104">
            <a:extLst>
              <a:ext uri="{FF2B5EF4-FFF2-40B4-BE49-F238E27FC236}">
                <a16:creationId xmlns:a16="http://schemas.microsoft.com/office/drawing/2014/main" id="{28A9A4C5-B298-71F3-CBD0-FCF4D33FEF12}"/>
              </a:ext>
            </a:extLst>
          </p:cNvPr>
          <p:cNvSpPr txBox="1"/>
          <p:nvPr/>
        </p:nvSpPr>
        <p:spPr>
          <a:xfrm>
            <a:off x="10477500" y="2984500"/>
            <a:ext cx="393700" cy="241300"/>
          </a:xfrm>
          <a:prstGeom prst="rect">
            <a:avLst/>
          </a:prstGeom>
          <a:noFill/>
        </p:spPr>
        <p:txBody>
          <a:bodyPr vert="horz" wrap="square" lIns="0" tIns="0" rIns="0" bIns="0" rtlCol="0" anchor="t">
            <a:noAutofit/>
          </a:bodyPr>
          <a:lstStyle/>
          <a:p>
            <a:pPr algn="ctr"/>
            <a:r>
              <a:rPr lang="en-US" sz="1200" b="1">
                <a:solidFill>
                  <a:srgbClr val="213B31"/>
                </a:solidFill>
                <a:latin typeface="Segoe UI" panose="020B0502040204020203" pitchFamily="34" charset="0"/>
              </a:rPr>
              <a:t>3</a:t>
            </a:r>
          </a:p>
        </p:txBody>
      </p:sp>
      <p:sp>
        <p:nvSpPr>
          <p:cNvPr id="106" name="Rectangle: Rounded Corners 105">
            <a:extLst>
              <a:ext uri="{FF2B5EF4-FFF2-40B4-BE49-F238E27FC236}">
                <a16:creationId xmlns:a16="http://schemas.microsoft.com/office/drawing/2014/main" id="{BCB3B458-D293-FFE0-724C-304FC5E7B61E}"/>
              </a:ext>
            </a:extLst>
          </p:cNvPr>
          <p:cNvSpPr/>
          <p:nvPr/>
        </p:nvSpPr>
        <p:spPr>
          <a:xfrm>
            <a:off x="10972800" y="2933700"/>
            <a:ext cx="393700" cy="330200"/>
          </a:xfrm>
          <a:prstGeom prst="roundRect">
            <a:avLst>
              <a:gd name="adj" fmla="val 12000"/>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TextBox 106">
            <a:extLst>
              <a:ext uri="{FF2B5EF4-FFF2-40B4-BE49-F238E27FC236}">
                <a16:creationId xmlns:a16="http://schemas.microsoft.com/office/drawing/2014/main" id="{C80C2935-9980-8954-377A-C4BA9F7B7CA9}"/>
              </a:ext>
            </a:extLst>
          </p:cNvPr>
          <p:cNvSpPr txBox="1"/>
          <p:nvPr/>
        </p:nvSpPr>
        <p:spPr>
          <a:xfrm>
            <a:off x="10972800" y="2984500"/>
            <a:ext cx="393700" cy="241300"/>
          </a:xfrm>
          <a:prstGeom prst="rect">
            <a:avLst/>
          </a:prstGeom>
          <a:noFill/>
        </p:spPr>
        <p:txBody>
          <a:bodyPr vert="horz" wrap="square" lIns="0" tIns="0" rIns="0" bIns="0" rtlCol="0" anchor="t">
            <a:noAutofit/>
          </a:bodyPr>
          <a:lstStyle/>
          <a:p>
            <a:pPr algn="ctr"/>
            <a:r>
              <a:rPr lang="en-US" sz="1200" b="1">
                <a:solidFill>
                  <a:srgbClr val="FFFFFF"/>
                </a:solidFill>
                <a:latin typeface="Segoe UI" panose="020B0502040204020203" pitchFamily="34" charset="0"/>
              </a:rPr>
              <a:t>4</a:t>
            </a:r>
          </a:p>
        </p:txBody>
      </p:sp>
      <p:sp>
        <p:nvSpPr>
          <p:cNvPr id="108" name="TextBox 107">
            <a:extLst>
              <a:ext uri="{FF2B5EF4-FFF2-40B4-BE49-F238E27FC236}">
                <a16:creationId xmlns:a16="http://schemas.microsoft.com/office/drawing/2014/main" id="{AC226580-1F33-565F-48B3-571953D02411}"/>
              </a:ext>
            </a:extLst>
          </p:cNvPr>
          <p:cNvSpPr txBox="1"/>
          <p:nvPr/>
        </p:nvSpPr>
        <p:spPr>
          <a:xfrm>
            <a:off x="9486900" y="3492499"/>
            <a:ext cx="1968500" cy="558800"/>
          </a:xfrm>
          <a:prstGeom prst="rect">
            <a:avLst/>
          </a:prstGeom>
          <a:noFill/>
        </p:spPr>
        <p:txBody>
          <a:bodyPr vert="horz" wrap="square" lIns="0" tIns="0" rIns="0" bIns="0" rtlCol="0" anchor="t">
            <a:noAutofit/>
          </a:bodyPr>
          <a:lstStyle/>
          <a:p>
            <a:r>
              <a:rPr lang="en-US" sz="1200">
                <a:solidFill>
                  <a:srgbClr val="5E7165"/>
                </a:solidFill>
                <a:latin typeface="Segoe UI" panose="020B0502040204020203" pitchFamily="34" charset="0"/>
              </a:rPr>
              <a:t>Style: Close
Range: per voice</a:t>
            </a:r>
          </a:p>
        </p:txBody>
      </p:sp>
      <p:sp>
        <p:nvSpPr>
          <p:cNvPr id="109" name="TextBox 108">
            <a:extLst>
              <a:ext uri="{FF2B5EF4-FFF2-40B4-BE49-F238E27FC236}">
                <a16:creationId xmlns:a16="http://schemas.microsoft.com/office/drawing/2014/main" id="{8A0F1ABA-64A4-9AB3-D0FA-DBB63D04A5B4}"/>
              </a:ext>
            </a:extLst>
          </p:cNvPr>
          <p:cNvSpPr txBox="1"/>
          <p:nvPr/>
        </p:nvSpPr>
        <p:spPr>
          <a:xfrm>
            <a:off x="9486900" y="4279899"/>
            <a:ext cx="1968500" cy="495300"/>
          </a:xfrm>
          <a:prstGeom prst="rect">
            <a:avLst/>
          </a:prstGeom>
          <a:noFill/>
        </p:spPr>
        <p:txBody>
          <a:bodyPr vert="horz" wrap="square" lIns="0" tIns="0" rIns="0" bIns="0" rtlCol="0" anchor="t">
            <a:noAutofit/>
          </a:bodyPr>
          <a:lstStyle/>
          <a:p>
            <a:r>
              <a:rPr lang="en-US" sz="1050" b="1">
                <a:solidFill>
                  <a:srgbClr val="226A53"/>
                </a:solidFill>
                <a:latin typeface="Segoe UI" panose="020B0502040204020203" pitchFamily="34" charset="0"/>
              </a:rPr>
              <a:t>Keep edited notes
Lead stays unchanged</a:t>
            </a:r>
          </a:p>
        </p:txBody>
      </p:sp>
      <p:sp>
        <p:nvSpPr>
          <p:cNvPr id="110" name="Rectangle: Rounded Corners 109">
            <a:extLst>
              <a:ext uri="{FF2B5EF4-FFF2-40B4-BE49-F238E27FC236}">
                <a16:creationId xmlns:a16="http://schemas.microsoft.com/office/drawing/2014/main" id="{5329343E-C40E-8250-124C-4E055EB5B0B4}"/>
              </a:ext>
            </a:extLst>
          </p:cNvPr>
          <p:cNvSpPr/>
          <p:nvPr/>
        </p:nvSpPr>
        <p:spPr>
          <a:xfrm>
            <a:off x="9486900" y="4940300"/>
            <a:ext cx="1930400" cy="342900"/>
          </a:xfrm>
          <a:prstGeom prst="roundRect">
            <a:avLst>
              <a:gd name="adj" fmla="val 12000"/>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TextBox 110">
            <a:extLst>
              <a:ext uri="{FF2B5EF4-FFF2-40B4-BE49-F238E27FC236}">
                <a16:creationId xmlns:a16="http://schemas.microsoft.com/office/drawing/2014/main" id="{1ADD9540-4BEF-A583-48B5-5A337FC5720F}"/>
              </a:ext>
            </a:extLst>
          </p:cNvPr>
          <p:cNvSpPr txBox="1"/>
          <p:nvPr/>
        </p:nvSpPr>
        <p:spPr>
          <a:xfrm>
            <a:off x="9537700" y="5016500"/>
            <a:ext cx="1828800" cy="228600"/>
          </a:xfrm>
          <a:prstGeom prst="rect">
            <a:avLst/>
          </a:prstGeom>
          <a:noFill/>
        </p:spPr>
        <p:txBody>
          <a:bodyPr vert="horz" wrap="square" lIns="0" tIns="0" rIns="0" bIns="0" rtlCol="0" anchor="t">
            <a:noAutofit/>
          </a:bodyPr>
          <a:lstStyle/>
          <a:p>
            <a:pPr algn="ctr"/>
            <a:r>
              <a:rPr lang="en-US" sz="1050" b="1">
                <a:solidFill>
                  <a:srgbClr val="FFFFFF"/>
                </a:solidFill>
                <a:latin typeface="Segoe UI" panose="020B0502040204020203" pitchFamily="34" charset="0"/>
              </a:rPr>
              <a:t>Regenerate parts</a:t>
            </a:r>
          </a:p>
        </p:txBody>
      </p:sp>
      <p:sp>
        <p:nvSpPr>
          <p:cNvPr id="112" name="TextBox 111">
            <a:extLst>
              <a:ext uri="{FF2B5EF4-FFF2-40B4-BE49-F238E27FC236}">
                <a16:creationId xmlns:a16="http://schemas.microsoft.com/office/drawing/2014/main" id="{C5B10477-A9D8-C1D0-158E-0BCE670BBC09}"/>
              </a:ext>
            </a:extLst>
          </p:cNvPr>
          <p:cNvSpPr txBox="1"/>
          <p:nvPr/>
        </p:nvSpPr>
        <p:spPr>
          <a:xfrm>
            <a:off x="609600" y="5778499"/>
            <a:ext cx="3340100" cy="393700"/>
          </a:xfrm>
          <a:prstGeom prst="rect">
            <a:avLst/>
          </a:prstGeom>
          <a:noFill/>
        </p:spPr>
        <p:txBody>
          <a:bodyPr vert="horz" wrap="square" lIns="0" tIns="0" rIns="0" bIns="0" rtlCol="0" anchor="t">
            <a:noAutofit/>
          </a:bodyPr>
          <a:lstStyle/>
          <a:p>
            <a:r>
              <a:rPr lang="en-US" sz="2000" b="1">
                <a:solidFill>
                  <a:srgbClr val="213B31"/>
                </a:solidFill>
                <a:latin typeface="Segoe UI" panose="020B0502040204020203" pitchFamily="34" charset="0"/>
              </a:rPr>
              <a:t>Five separate voices</a:t>
            </a:r>
          </a:p>
        </p:txBody>
      </p:sp>
      <p:sp>
        <p:nvSpPr>
          <p:cNvPr id="113" name="TextBox 112">
            <a:extLst>
              <a:ext uri="{FF2B5EF4-FFF2-40B4-BE49-F238E27FC236}">
                <a16:creationId xmlns:a16="http://schemas.microsoft.com/office/drawing/2014/main" id="{676C8D9B-B6DD-EDC5-273D-401868FAF841}"/>
              </a:ext>
            </a:extLst>
          </p:cNvPr>
          <p:cNvSpPr txBox="1"/>
          <p:nvPr/>
        </p:nvSpPr>
        <p:spPr>
          <a:xfrm>
            <a:off x="4457700" y="5778499"/>
            <a:ext cx="3390900" cy="393700"/>
          </a:xfrm>
          <a:prstGeom prst="rect">
            <a:avLst/>
          </a:prstGeom>
          <a:noFill/>
        </p:spPr>
        <p:txBody>
          <a:bodyPr vert="horz" wrap="square" lIns="0" tIns="0" rIns="0" bIns="0" rtlCol="0" anchor="t">
            <a:noAutofit/>
          </a:bodyPr>
          <a:lstStyle/>
          <a:p>
            <a:r>
              <a:rPr lang="en-US" sz="2000" b="1">
                <a:solidFill>
                  <a:srgbClr val="213B31"/>
                </a:solidFill>
                <a:latin typeface="Segoe UI" panose="020B0502040204020203" pitchFamily="34" charset="0"/>
              </a:rPr>
              <a:t>Notes you can change</a:t>
            </a:r>
          </a:p>
        </p:txBody>
      </p:sp>
      <p:sp>
        <p:nvSpPr>
          <p:cNvPr id="114" name="TextBox 113">
            <a:extLst>
              <a:ext uri="{FF2B5EF4-FFF2-40B4-BE49-F238E27FC236}">
                <a16:creationId xmlns:a16="http://schemas.microsoft.com/office/drawing/2014/main" id="{6D4C2B55-1BA8-6C03-0A2C-8E226D671AF5}"/>
              </a:ext>
            </a:extLst>
          </p:cNvPr>
          <p:cNvSpPr txBox="1"/>
          <p:nvPr/>
        </p:nvSpPr>
        <p:spPr>
          <a:xfrm>
            <a:off x="8293100" y="5778499"/>
            <a:ext cx="3352800" cy="393700"/>
          </a:xfrm>
          <a:prstGeom prst="rect">
            <a:avLst/>
          </a:prstGeom>
          <a:noFill/>
        </p:spPr>
        <p:txBody>
          <a:bodyPr vert="horz" wrap="square" lIns="0" tIns="0" rIns="0" bIns="0" rtlCol="0" anchor="t">
            <a:noAutofit/>
          </a:bodyPr>
          <a:lstStyle/>
          <a:p>
            <a:r>
              <a:rPr lang="en-US" sz="2000" b="1">
                <a:solidFill>
                  <a:srgbClr val="213B31"/>
                </a:solidFill>
                <a:latin typeface="Segoe UI" panose="020B0502040204020203" pitchFamily="34" charset="0"/>
              </a:rPr>
              <a:t>A path to rehearsal</a:t>
            </a:r>
          </a:p>
        </p:txBody>
      </p:sp>
    </p:spTree>
    <p:extLst>
      <p:ext uri="{BB962C8B-B14F-4D97-AF65-F5344CB8AC3E}">
        <p14:creationId xmlns:p14="http://schemas.microsoft.com/office/powerpoint/2010/main" val="4208932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470A-EF3F-ABBD-BAFA-B0E23116CF50}"/>
              </a:ext>
            </a:extLst>
          </p:cNvPr>
          <p:cNvSpPr txBox="1"/>
          <p:nvPr/>
        </p:nvSpPr>
        <p:spPr>
          <a:xfrm>
            <a:off x="533400" y="444499"/>
            <a:ext cx="11125200" cy="673100"/>
          </a:xfrm>
          <a:prstGeom prst="rect">
            <a:avLst/>
          </a:prstGeom>
          <a:noFill/>
        </p:spPr>
        <p:txBody>
          <a:bodyPr vert="horz" wrap="square" lIns="0" tIns="0" rIns="0" bIns="0" rtlCol="0" anchor="t">
            <a:noAutofit/>
          </a:bodyPr>
          <a:lstStyle/>
          <a:p>
            <a:r>
              <a:rPr lang="en-US" sz="3200" b="1">
                <a:solidFill>
                  <a:srgbClr val="213B31"/>
                </a:solidFill>
                <a:latin typeface="Segoe UI" panose="020B0502040204020203" pitchFamily="34" charset="0"/>
              </a:rPr>
              <a:t>Chord Workshop: build around your melody.</a:t>
            </a:r>
          </a:p>
        </p:txBody>
      </p:sp>
      <p:sp>
        <p:nvSpPr>
          <p:cNvPr id="3" name="TextBox 2">
            <a:extLst>
              <a:ext uri="{FF2B5EF4-FFF2-40B4-BE49-F238E27FC236}">
                <a16:creationId xmlns:a16="http://schemas.microsoft.com/office/drawing/2014/main" id="{1FB953E9-29E3-EA73-6BBA-C1DAE2C5658E}"/>
              </a:ext>
            </a:extLst>
          </p:cNvPr>
          <p:cNvSpPr txBox="1"/>
          <p:nvPr/>
        </p:nvSpPr>
        <p:spPr>
          <a:xfrm>
            <a:off x="558800" y="1193799"/>
            <a:ext cx="11049000" cy="533400"/>
          </a:xfrm>
          <a:prstGeom prst="rect">
            <a:avLst/>
          </a:prstGeom>
          <a:noFill/>
        </p:spPr>
        <p:txBody>
          <a:bodyPr vert="horz" wrap="square" lIns="0" tIns="0" rIns="0" bIns="0" rtlCol="0" anchor="t">
            <a:noAutofit/>
          </a:bodyPr>
          <a:lstStyle/>
          <a:p>
            <a:r>
              <a:rPr lang="en-US" sz="1600">
                <a:solidFill>
                  <a:srgbClr val="5E7165"/>
                </a:solidFill>
                <a:latin typeface="Segoe UI" panose="020B0502040204020203" pitchFamily="34" charset="0"/>
              </a:rPr>
              <a:t>Choose chords and song sections, explore voicings, and learn why the choices work.</a:t>
            </a:r>
          </a:p>
        </p:txBody>
      </p:sp>
      <p:cxnSp>
        <p:nvCxnSpPr>
          <p:cNvPr id="4" name="Straight Connector 3">
            <a:extLst>
              <a:ext uri="{FF2B5EF4-FFF2-40B4-BE49-F238E27FC236}">
                <a16:creationId xmlns:a16="http://schemas.microsoft.com/office/drawing/2014/main" id="{06162C44-5CFF-C260-FE1F-8573F385EB09}"/>
              </a:ext>
            </a:extLst>
          </p:cNvPr>
          <p:cNvCxnSpPr/>
          <p:nvPr/>
        </p:nvCxnSpPr>
        <p:spPr>
          <a:xfrm>
            <a:off x="533400" y="6426200"/>
            <a:ext cx="11125200" cy="0"/>
          </a:xfrm>
          <a:prstGeom prst="line">
            <a:avLst/>
          </a:prstGeom>
          <a:ln w="8890">
            <a:solidFill>
              <a:srgbClr val="D5DFD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6E5883B-BF2D-16D0-F8D5-186EDDB359D6}"/>
              </a:ext>
            </a:extLst>
          </p:cNvPr>
          <p:cNvSpPr txBox="1"/>
          <p:nvPr/>
        </p:nvSpPr>
        <p:spPr>
          <a:xfrm>
            <a:off x="533400" y="6565900"/>
            <a:ext cx="4191000" cy="177800"/>
          </a:xfrm>
          <a:prstGeom prst="rect">
            <a:avLst/>
          </a:prstGeom>
          <a:noFill/>
        </p:spPr>
        <p:txBody>
          <a:bodyPr vert="horz" wrap="square" lIns="0" tIns="0" rIns="0" bIns="0" rtlCol="0" anchor="t">
            <a:noAutofit/>
          </a:bodyPr>
          <a:lstStyle/>
          <a:p>
            <a:r>
              <a:rPr lang="en-US" sz="950">
                <a:solidFill>
                  <a:srgbClr val="5E7165"/>
                </a:solidFill>
                <a:latin typeface="Segoe UI" panose="020B0502040204020203" pitchFamily="34" charset="0"/>
              </a:rPr>
              <a:t>Songbird  /  Team kickoff  /  14 September 2026</a:t>
            </a:r>
          </a:p>
        </p:txBody>
      </p:sp>
      <p:sp>
        <p:nvSpPr>
          <p:cNvPr id="6" name="TextBox 5">
            <a:extLst>
              <a:ext uri="{FF2B5EF4-FFF2-40B4-BE49-F238E27FC236}">
                <a16:creationId xmlns:a16="http://schemas.microsoft.com/office/drawing/2014/main" id="{5A2112BE-E9C4-9AA2-45D9-B052029972AD}"/>
              </a:ext>
            </a:extLst>
          </p:cNvPr>
          <p:cNvSpPr txBox="1"/>
          <p:nvPr/>
        </p:nvSpPr>
        <p:spPr>
          <a:xfrm>
            <a:off x="10998200" y="6553200"/>
            <a:ext cx="660400" cy="190500"/>
          </a:xfrm>
          <a:prstGeom prst="rect">
            <a:avLst/>
          </a:prstGeom>
          <a:noFill/>
        </p:spPr>
        <p:txBody>
          <a:bodyPr vert="horz" wrap="square" lIns="0" tIns="0" rIns="0" bIns="0" rtlCol="0" anchor="t">
            <a:noAutofit/>
          </a:bodyPr>
          <a:lstStyle/>
          <a:p>
            <a:pPr algn="r"/>
            <a:r>
              <a:rPr lang="en-US" sz="1000" b="1">
                <a:solidFill>
                  <a:srgbClr val="5E7165"/>
                </a:solidFill>
                <a:latin typeface="Segoe UI" panose="020B0502040204020203" pitchFamily="34" charset="0"/>
              </a:rPr>
              <a:t>06</a:t>
            </a:r>
          </a:p>
        </p:txBody>
      </p:sp>
      <p:sp>
        <p:nvSpPr>
          <p:cNvPr id="7" name="Rectangle: Rounded Corners 6">
            <a:extLst>
              <a:ext uri="{FF2B5EF4-FFF2-40B4-BE49-F238E27FC236}">
                <a16:creationId xmlns:a16="http://schemas.microsoft.com/office/drawing/2014/main" id="{6A1AA870-0E1C-B5D1-B4B4-0698379DB3E3}"/>
              </a:ext>
            </a:extLst>
          </p:cNvPr>
          <p:cNvSpPr/>
          <p:nvPr/>
        </p:nvSpPr>
        <p:spPr>
          <a:xfrm>
            <a:off x="584200" y="1841500"/>
            <a:ext cx="2070100" cy="317500"/>
          </a:xfrm>
          <a:prstGeom prst="roundRect">
            <a:avLst>
              <a:gd name="adj" fmla="val 12000"/>
            </a:avLst>
          </a:prstGeom>
          <a:solidFill>
            <a:srgbClr val="E5F0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B756CDC-3BF9-A7C9-35BF-DCDFBE63CC5B}"/>
              </a:ext>
            </a:extLst>
          </p:cNvPr>
          <p:cNvSpPr txBox="1"/>
          <p:nvPr/>
        </p:nvSpPr>
        <p:spPr>
          <a:xfrm>
            <a:off x="685800" y="1905000"/>
            <a:ext cx="1866900" cy="203200"/>
          </a:xfrm>
          <a:prstGeom prst="rect">
            <a:avLst/>
          </a:prstGeom>
          <a:noFill/>
        </p:spPr>
        <p:txBody>
          <a:bodyPr vert="horz" wrap="square" lIns="0" tIns="0" rIns="0" bIns="0" rtlCol="0" anchor="t">
            <a:noAutofit/>
          </a:bodyPr>
          <a:lstStyle/>
          <a:p>
            <a:pPr algn="ctr"/>
            <a:r>
              <a:rPr lang="en-US" sz="1050" b="1">
                <a:solidFill>
                  <a:srgbClr val="226A53"/>
                </a:solidFill>
                <a:latin typeface="Segoe UI" panose="020B0502040204020203" pitchFamily="34" charset="0"/>
              </a:rPr>
              <a:t>THE TOOL VISION</a:t>
            </a:r>
          </a:p>
        </p:txBody>
      </p:sp>
      <p:sp>
        <p:nvSpPr>
          <p:cNvPr id="9" name="TextBox 8">
            <a:extLst>
              <a:ext uri="{FF2B5EF4-FFF2-40B4-BE49-F238E27FC236}">
                <a16:creationId xmlns:a16="http://schemas.microsoft.com/office/drawing/2014/main" id="{AE1EA30A-555E-6E41-B9B7-96FFB36E7AF9}"/>
              </a:ext>
            </a:extLst>
          </p:cNvPr>
          <p:cNvSpPr txBox="1"/>
          <p:nvPr/>
        </p:nvSpPr>
        <p:spPr>
          <a:xfrm>
            <a:off x="596900" y="2489199"/>
            <a:ext cx="3695700" cy="469900"/>
          </a:xfrm>
          <a:prstGeom prst="rect">
            <a:avLst/>
          </a:prstGeom>
          <a:noFill/>
        </p:spPr>
        <p:txBody>
          <a:bodyPr vert="horz" wrap="square" lIns="0" tIns="0" rIns="0" bIns="0" rtlCol="0" anchor="t">
            <a:noAutofit/>
          </a:bodyPr>
          <a:lstStyle/>
          <a:p>
            <a:r>
              <a:rPr lang="en-US" sz="2500" b="1">
                <a:solidFill>
                  <a:srgbClr val="213B31"/>
                </a:solidFill>
                <a:latin typeface="Segoe UI" panose="020B0502040204020203" pitchFamily="34" charset="0"/>
              </a:rPr>
              <a:t>Find chords to try.</a:t>
            </a:r>
          </a:p>
        </p:txBody>
      </p:sp>
      <p:sp>
        <p:nvSpPr>
          <p:cNvPr id="10" name="TextBox 9">
            <a:extLst>
              <a:ext uri="{FF2B5EF4-FFF2-40B4-BE49-F238E27FC236}">
                <a16:creationId xmlns:a16="http://schemas.microsoft.com/office/drawing/2014/main" id="{22119BF3-E4CA-5C73-6FAF-DD2228C151BB}"/>
              </a:ext>
            </a:extLst>
          </p:cNvPr>
          <p:cNvSpPr txBox="1"/>
          <p:nvPr/>
        </p:nvSpPr>
        <p:spPr>
          <a:xfrm>
            <a:off x="609600" y="3022599"/>
            <a:ext cx="3594100" cy="546100"/>
          </a:xfrm>
          <a:prstGeom prst="rect">
            <a:avLst/>
          </a:prstGeom>
          <a:noFill/>
        </p:spPr>
        <p:txBody>
          <a:bodyPr vert="horz" wrap="square" lIns="0" tIns="0" rIns="0" bIns="0" rtlCol="0" anchor="t">
            <a:noAutofit/>
          </a:bodyPr>
          <a:lstStyle/>
          <a:p>
            <a:r>
              <a:rPr lang="en-US" sz="1700">
                <a:solidFill>
                  <a:srgbClr val="5E7165"/>
                </a:solidFill>
                <a:latin typeface="Segoe UI" panose="020B0502040204020203" pitchFamily="34" charset="0"/>
              </a:rPr>
              <a:t>Melody lands on E?
Try C or Am beneath it.</a:t>
            </a:r>
          </a:p>
        </p:txBody>
      </p:sp>
      <p:sp>
        <p:nvSpPr>
          <p:cNvPr id="11" name="TextBox 10">
            <a:extLst>
              <a:ext uri="{FF2B5EF4-FFF2-40B4-BE49-F238E27FC236}">
                <a16:creationId xmlns:a16="http://schemas.microsoft.com/office/drawing/2014/main" id="{987FB3E9-A1FB-45C3-5A38-C50F9FA56A1F}"/>
              </a:ext>
            </a:extLst>
          </p:cNvPr>
          <p:cNvSpPr txBox="1"/>
          <p:nvPr/>
        </p:nvSpPr>
        <p:spPr>
          <a:xfrm>
            <a:off x="609600" y="3632199"/>
            <a:ext cx="3594100" cy="292100"/>
          </a:xfrm>
          <a:prstGeom prst="rect">
            <a:avLst/>
          </a:prstGeom>
          <a:noFill/>
        </p:spPr>
        <p:txBody>
          <a:bodyPr vert="horz" wrap="square" lIns="0" tIns="0" rIns="0" bIns="0" rtlCol="0" anchor="t">
            <a:noAutofit/>
          </a:bodyPr>
          <a:lstStyle/>
          <a:p>
            <a:r>
              <a:rPr lang="en-US" sz="1600" b="1">
                <a:solidFill>
                  <a:srgbClr val="226A53"/>
                </a:solidFill>
                <a:latin typeface="Segoe UI" panose="020B0502040204020203" pitchFamily="34" charset="0"/>
              </a:rPr>
              <a:t>Both chords contain E.</a:t>
            </a:r>
          </a:p>
        </p:txBody>
      </p:sp>
      <p:sp>
        <p:nvSpPr>
          <p:cNvPr id="12" name="TextBox 11">
            <a:extLst>
              <a:ext uri="{FF2B5EF4-FFF2-40B4-BE49-F238E27FC236}">
                <a16:creationId xmlns:a16="http://schemas.microsoft.com/office/drawing/2014/main" id="{AD627899-ACC5-D602-265C-E63FEE6EEA70}"/>
              </a:ext>
            </a:extLst>
          </p:cNvPr>
          <p:cNvSpPr txBox="1"/>
          <p:nvPr/>
        </p:nvSpPr>
        <p:spPr>
          <a:xfrm>
            <a:off x="596900" y="4140199"/>
            <a:ext cx="3695700" cy="482600"/>
          </a:xfrm>
          <a:prstGeom prst="rect">
            <a:avLst/>
          </a:prstGeom>
          <a:noFill/>
        </p:spPr>
        <p:txBody>
          <a:bodyPr vert="horz" wrap="square" lIns="0" tIns="0" rIns="0" bIns="0" rtlCol="0" anchor="t">
            <a:noAutofit/>
          </a:bodyPr>
          <a:lstStyle/>
          <a:p>
            <a:r>
              <a:rPr lang="en-US" sz="2500" b="1">
                <a:solidFill>
                  <a:srgbClr val="213B31"/>
                </a:solidFill>
                <a:latin typeface="Segoe UI" panose="020B0502040204020203" pitchFamily="34" charset="0"/>
              </a:rPr>
              <a:t>Shape the song.</a:t>
            </a:r>
          </a:p>
        </p:txBody>
      </p:sp>
      <p:sp>
        <p:nvSpPr>
          <p:cNvPr id="13" name="TextBox 12">
            <a:extLst>
              <a:ext uri="{FF2B5EF4-FFF2-40B4-BE49-F238E27FC236}">
                <a16:creationId xmlns:a16="http://schemas.microsoft.com/office/drawing/2014/main" id="{DA809228-67B4-8E44-F172-0C8502F34560}"/>
              </a:ext>
            </a:extLst>
          </p:cNvPr>
          <p:cNvSpPr txBox="1"/>
          <p:nvPr/>
        </p:nvSpPr>
        <p:spPr>
          <a:xfrm>
            <a:off x="609600" y="4749799"/>
            <a:ext cx="3746500" cy="609600"/>
          </a:xfrm>
          <a:prstGeom prst="rect">
            <a:avLst/>
          </a:prstGeom>
          <a:noFill/>
        </p:spPr>
        <p:txBody>
          <a:bodyPr vert="horz" wrap="square" lIns="0" tIns="0" rIns="0" bIns="0" rtlCol="0" anchor="t">
            <a:noAutofit/>
          </a:bodyPr>
          <a:lstStyle/>
          <a:p>
            <a:r>
              <a:rPr lang="en-US" sz="1700">
                <a:solidFill>
                  <a:srgbClr val="5E7165"/>
                </a:solidFill>
                <a:latin typeface="Segoe UI" panose="020B0502040204020203" pitchFamily="34" charset="0"/>
              </a:rPr>
              <a:t>Try different progressions
for verse and chorus.</a:t>
            </a:r>
          </a:p>
        </p:txBody>
      </p:sp>
      <p:sp>
        <p:nvSpPr>
          <p:cNvPr id="14" name="Rectangle: Rounded Corners 13">
            <a:extLst>
              <a:ext uri="{FF2B5EF4-FFF2-40B4-BE49-F238E27FC236}">
                <a16:creationId xmlns:a16="http://schemas.microsoft.com/office/drawing/2014/main" id="{E075E549-39D3-20C1-AB56-CD0FB76B2D4D}"/>
              </a:ext>
            </a:extLst>
          </p:cNvPr>
          <p:cNvSpPr/>
          <p:nvPr/>
        </p:nvSpPr>
        <p:spPr>
          <a:xfrm>
            <a:off x="4635500" y="1854200"/>
            <a:ext cx="6997700" cy="685800"/>
          </a:xfrm>
          <a:prstGeom prst="roundRect">
            <a:avLst>
              <a:gd name="adj" fmla="val 12000"/>
            </a:avLst>
          </a:prstGeom>
          <a:solidFill>
            <a:srgbClr val="FFFFFF"/>
          </a:solidFill>
          <a:ln w="8890">
            <a:solidFill>
              <a:srgbClr val="D5DF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E47C501-5B53-3093-F7F2-494FE37F7C13}"/>
              </a:ext>
            </a:extLst>
          </p:cNvPr>
          <p:cNvSpPr txBox="1"/>
          <p:nvPr/>
        </p:nvSpPr>
        <p:spPr>
          <a:xfrm>
            <a:off x="4864100" y="1981199"/>
            <a:ext cx="6540500" cy="457200"/>
          </a:xfrm>
          <a:prstGeom prst="rect">
            <a:avLst/>
          </a:prstGeom>
          <a:noFill/>
        </p:spPr>
        <p:txBody>
          <a:bodyPr vert="horz" wrap="square" lIns="0" tIns="0" rIns="0" bIns="0" rtlCol="0" anchor="t">
            <a:noAutofit/>
          </a:bodyPr>
          <a:lstStyle/>
          <a:p>
            <a:r>
              <a:rPr lang="de-DE" sz="1400" b="1">
                <a:solidFill>
                  <a:srgbClr val="213B31"/>
                </a:solidFill>
                <a:latin typeface="Segoe UI" panose="020B0502040204020203" pitchFamily="34" charset="0"/>
              </a:rPr>
              <a:t>VERSE    C  Am  F  G       CHORUS    F  G  C  C</a:t>
            </a:r>
            <a:endParaRPr lang="en-US" sz="1400" b="1">
              <a:solidFill>
                <a:srgbClr val="213B31"/>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6283E91D-142D-1DE7-EC59-8A78891218F4}"/>
              </a:ext>
            </a:extLst>
          </p:cNvPr>
          <p:cNvSpPr/>
          <p:nvPr/>
        </p:nvSpPr>
        <p:spPr>
          <a:xfrm>
            <a:off x="4635500" y="2768600"/>
            <a:ext cx="3365500" cy="2603500"/>
          </a:xfrm>
          <a:prstGeom prst="roundRect">
            <a:avLst>
              <a:gd name="adj" fmla="val 12000"/>
            </a:avLst>
          </a:prstGeom>
          <a:solidFill>
            <a:srgbClr val="FFFFFF"/>
          </a:solidFill>
          <a:ln w="8890">
            <a:solidFill>
              <a:srgbClr val="D5DF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17B67EC7-63A6-E66A-3123-528FCEC7F567}"/>
              </a:ext>
            </a:extLst>
          </p:cNvPr>
          <p:cNvSpPr/>
          <p:nvPr/>
        </p:nvSpPr>
        <p:spPr>
          <a:xfrm>
            <a:off x="8204200" y="2768600"/>
            <a:ext cx="3429000" cy="2603500"/>
          </a:xfrm>
          <a:prstGeom prst="roundRect">
            <a:avLst>
              <a:gd name="adj" fmla="val 12000"/>
            </a:avLst>
          </a:prstGeom>
          <a:solidFill>
            <a:srgbClr val="FFFFFF"/>
          </a:solidFill>
          <a:ln w="8890">
            <a:solidFill>
              <a:srgbClr val="D5DF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CF78DE6-FE95-8B27-246C-17FDBCCC42FC}"/>
              </a:ext>
            </a:extLst>
          </p:cNvPr>
          <p:cNvSpPr txBox="1"/>
          <p:nvPr/>
        </p:nvSpPr>
        <p:spPr>
          <a:xfrm>
            <a:off x="4851400" y="2920999"/>
            <a:ext cx="2933700" cy="368300"/>
          </a:xfrm>
          <a:prstGeom prst="rect">
            <a:avLst/>
          </a:prstGeom>
          <a:noFill/>
        </p:spPr>
        <p:txBody>
          <a:bodyPr vert="horz" wrap="square" lIns="0" tIns="0" rIns="0" bIns="0" rtlCol="0" anchor="t">
            <a:noAutofit/>
          </a:bodyPr>
          <a:lstStyle/>
          <a:p>
            <a:r>
              <a:rPr lang="en-US" sz="1900" b="1">
                <a:solidFill>
                  <a:srgbClr val="226A53"/>
                </a:solidFill>
                <a:latin typeface="Segoe UI" panose="020B0502040204020203" pitchFamily="34" charset="0"/>
              </a:rPr>
              <a:t>Guitar / C</a:t>
            </a:r>
          </a:p>
        </p:txBody>
      </p:sp>
      <p:sp>
        <p:nvSpPr>
          <p:cNvPr id="19" name="TextBox 18">
            <a:extLst>
              <a:ext uri="{FF2B5EF4-FFF2-40B4-BE49-F238E27FC236}">
                <a16:creationId xmlns:a16="http://schemas.microsoft.com/office/drawing/2014/main" id="{1F2AEAA6-8432-C978-AC50-0C3B1A11B96B}"/>
              </a:ext>
            </a:extLst>
          </p:cNvPr>
          <p:cNvSpPr txBox="1"/>
          <p:nvPr/>
        </p:nvSpPr>
        <p:spPr>
          <a:xfrm>
            <a:off x="8432800" y="2920999"/>
            <a:ext cx="2946400" cy="368300"/>
          </a:xfrm>
          <a:prstGeom prst="rect">
            <a:avLst/>
          </a:prstGeom>
          <a:noFill/>
        </p:spPr>
        <p:txBody>
          <a:bodyPr vert="horz" wrap="square" lIns="0" tIns="0" rIns="0" bIns="0" rtlCol="0" anchor="t">
            <a:noAutofit/>
          </a:bodyPr>
          <a:lstStyle/>
          <a:p>
            <a:r>
              <a:rPr lang="en-US" sz="1900" b="1">
                <a:solidFill>
                  <a:srgbClr val="226A53"/>
                </a:solidFill>
                <a:latin typeface="Segoe UI" panose="020B0502040204020203" pitchFamily="34" charset="0"/>
              </a:rPr>
              <a:t>Piano / C</a:t>
            </a:r>
          </a:p>
        </p:txBody>
      </p:sp>
      <p:cxnSp>
        <p:nvCxnSpPr>
          <p:cNvPr id="20" name="Straight Connector 19">
            <a:extLst>
              <a:ext uri="{FF2B5EF4-FFF2-40B4-BE49-F238E27FC236}">
                <a16:creationId xmlns:a16="http://schemas.microsoft.com/office/drawing/2014/main" id="{DBFAB6F4-41BB-E2E8-ECDC-E84CCF4DA23C}"/>
              </a:ext>
            </a:extLst>
          </p:cNvPr>
          <p:cNvCxnSpPr/>
          <p:nvPr/>
        </p:nvCxnSpPr>
        <p:spPr>
          <a:xfrm>
            <a:off x="5346700" y="3619500"/>
            <a:ext cx="0" cy="1219200"/>
          </a:xfrm>
          <a:prstGeom prst="line">
            <a:avLst/>
          </a:prstGeom>
          <a:ln w="10160">
            <a:solidFill>
              <a:srgbClr val="5E7165"/>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1B1E083-46DB-65C8-380F-D17450AA3E54}"/>
              </a:ext>
            </a:extLst>
          </p:cNvPr>
          <p:cNvCxnSpPr/>
          <p:nvPr/>
        </p:nvCxnSpPr>
        <p:spPr>
          <a:xfrm>
            <a:off x="5737860" y="3619500"/>
            <a:ext cx="0" cy="1219200"/>
          </a:xfrm>
          <a:prstGeom prst="line">
            <a:avLst/>
          </a:prstGeom>
          <a:ln w="10160">
            <a:solidFill>
              <a:srgbClr val="5E7165"/>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1926DD80-0BB2-125C-ECBC-4E779B1B20C1}"/>
              </a:ext>
            </a:extLst>
          </p:cNvPr>
          <p:cNvCxnSpPr/>
          <p:nvPr/>
        </p:nvCxnSpPr>
        <p:spPr>
          <a:xfrm>
            <a:off x="6129020" y="3619500"/>
            <a:ext cx="0" cy="1219200"/>
          </a:xfrm>
          <a:prstGeom prst="line">
            <a:avLst/>
          </a:prstGeom>
          <a:ln w="10160">
            <a:solidFill>
              <a:srgbClr val="5E7165"/>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600CBCEA-0E3D-9ADB-193E-5A85AAFDC9F6}"/>
              </a:ext>
            </a:extLst>
          </p:cNvPr>
          <p:cNvCxnSpPr/>
          <p:nvPr/>
        </p:nvCxnSpPr>
        <p:spPr>
          <a:xfrm>
            <a:off x="6520180" y="3619500"/>
            <a:ext cx="0" cy="1219200"/>
          </a:xfrm>
          <a:prstGeom prst="line">
            <a:avLst/>
          </a:prstGeom>
          <a:ln w="10160">
            <a:solidFill>
              <a:srgbClr val="5E7165"/>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877FB71-295E-E695-58FD-A5F6D601B44F}"/>
              </a:ext>
            </a:extLst>
          </p:cNvPr>
          <p:cNvCxnSpPr/>
          <p:nvPr/>
        </p:nvCxnSpPr>
        <p:spPr>
          <a:xfrm>
            <a:off x="6911340" y="3619500"/>
            <a:ext cx="0" cy="1219200"/>
          </a:xfrm>
          <a:prstGeom prst="line">
            <a:avLst/>
          </a:prstGeom>
          <a:ln w="10160">
            <a:solidFill>
              <a:srgbClr val="5E7165"/>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72F0C62-2092-BA9D-FB12-2C89CB8F7D7F}"/>
              </a:ext>
            </a:extLst>
          </p:cNvPr>
          <p:cNvCxnSpPr/>
          <p:nvPr/>
        </p:nvCxnSpPr>
        <p:spPr>
          <a:xfrm>
            <a:off x="7302500" y="3619500"/>
            <a:ext cx="0" cy="1219200"/>
          </a:xfrm>
          <a:prstGeom prst="line">
            <a:avLst/>
          </a:prstGeom>
          <a:ln w="10160">
            <a:solidFill>
              <a:srgbClr val="5E7165"/>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65891A3-7E03-1301-E1F0-E44AF3BB9008}"/>
              </a:ext>
            </a:extLst>
          </p:cNvPr>
          <p:cNvCxnSpPr/>
          <p:nvPr/>
        </p:nvCxnSpPr>
        <p:spPr>
          <a:xfrm>
            <a:off x="5346700" y="3619500"/>
            <a:ext cx="1955800" cy="0"/>
          </a:xfrm>
          <a:prstGeom prst="line">
            <a:avLst/>
          </a:prstGeom>
          <a:ln w="38100">
            <a:solidFill>
              <a:srgbClr val="5E7165"/>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42CB78B-0F95-978C-909C-B3488BC4C821}"/>
              </a:ext>
            </a:extLst>
          </p:cNvPr>
          <p:cNvCxnSpPr/>
          <p:nvPr/>
        </p:nvCxnSpPr>
        <p:spPr>
          <a:xfrm>
            <a:off x="5346700" y="3924300"/>
            <a:ext cx="1955800" cy="0"/>
          </a:xfrm>
          <a:prstGeom prst="line">
            <a:avLst/>
          </a:prstGeom>
          <a:ln w="10160">
            <a:solidFill>
              <a:srgbClr val="5E7165"/>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452BAF-BC75-D04D-1E96-2E4169570C40}"/>
              </a:ext>
            </a:extLst>
          </p:cNvPr>
          <p:cNvCxnSpPr/>
          <p:nvPr/>
        </p:nvCxnSpPr>
        <p:spPr>
          <a:xfrm>
            <a:off x="5346700" y="4229100"/>
            <a:ext cx="1955800" cy="0"/>
          </a:xfrm>
          <a:prstGeom prst="line">
            <a:avLst/>
          </a:prstGeom>
          <a:ln w="10160">
            <a:solidFill>
              <a:srgbClr val="5E7165"/>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68BF1EC-7AA5-62B3-0F07-AC1DE91E56D6}"/>
              </a:ext>
            </a:extLst>
          </p:cNvPr>
          <p:cNvCxnSpPr/>
          <p:nvPr/>
        </p:nvCxnSpPr>
        <p:spPr>
          <a:xfrm>
            <a:off x="5346700" y="4533900"/>
            <a:ext cx="1955800" cy="0"/>
          </a:xfrm>
          <a:prstGeom prst="line">
            <a:avLst/>
          </a:prstGeom>
          <a:ln w="10160">
            <a:solidFill>
              <a:srgbClr val="5E7165"/>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11681B4-2D92-49A1-0B89-71C108739C0A}"/>
              </a:ext>
            </a:extLst>
          </p:cNvPr>
          <p:cNvCxnSpPr/>
          <p:nvPr/>
        </p:nvCxnSpPr>
        <p:spPr>
          <a:xfrm>
            <a:off x="5346700" y="4838700"/>
            <a:ext cx="1955800" cy="0"/>
          </a:xfrm>
          <a:prstGeom prst="line">
            <a:avLst/>
          </a:prstGeom>
          <a:ln w="10160">
            <a:solidFill>
              <a:srgbClr val="5E7165"/>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BDEF8255-8966-F2FA-D228-A0745A101A68}"/>
              </a:ext>
            </a:extLst>
          </p:cNvPr>
          <p:cNvSpPr txBox="1"/>
          <p:nvPr/>
        </p:nvSpPr>
        <p:spPr>
          <a:xfrm>
            <a:off x="5257800" y="3340100"/>
            <a:ext cx="203200" cy="241300"/>
          </a:xfrm>
          <a:prstGeom prst="rect">
            <a:avLst/>
          </a:prstGeom>
          <a:noFill/>
        </p:spPr>
        <p:txBody>
          <a:bodyPr vert="horz" wrap="square" lIns="0" tIns="0" rIns="0" bIns="0" rtlCol="0" anchor="t">
            <a:noAutofit/>
          </a:bodyPr>
          <a:lstStyle/>
          <a:p>
            <a:pPr algn="ctr"/>
            <a:r>
              <a:rPr lang="en-US" sz="1300">
                <a:solidFill>
                  <a:srgbClr val="5E7165"/>
                </a:solidFill>
                <a:latin typeface="Segoe UI" panose="020B0502040204020203" pitchFamily="34" charset="0"/>
              </a:rPr>
              <a:t>x</a:t>
            </a:r>
          </a:p>
        </p:txBody>
      </p:sp>
      <p:sp>
        <p:nvSpPr>
          <p:cNvPr id="32" name="TextBox 31">
            <a:extLst>
              <a:ext uri="{FF2B5EF4-FFF2-40B4-BE49-F238E27FC236}">
                <a16:creationId xmlns:a16="http://schemas.microsoft.com/office/drawing/2014/main" id="{9FA13246-2458-24C9-B0ED-6C117F66CDBE}"/>
              </a:ext>
            </a:extLst>
          </p:cNvPr>
          <p:cNvSpPr txBox="1"/>
          <p:nvPr/>
        </p:nvSpPr>
        <p:spPr>
          <a:xfrm>
            <a:off x="6431280" y="3340100"/>
            <a:ext cx="203200" cy="241300"/>
          </a:xfrm>
          <a:prstGeom prst="rect">
            <a:avLst/>
          </a:prstGeom>
          <a:noFill/>
        </p:spPr>
        <p:txBody>
          <a:bodyPr vert="horz" wrap="square" lIns="0" tIns="0" rIns="0" bIns="0" rtlCol="0" anchor="t">
            <a:noAutofit/>
          </a:bodyPr>
          <a:lstStyle/>
          <a:p>
            <a:pPr algn="ctr"/>
            <a:r>
              <a:rPr lang="en-US" sz="1300">
                <a:solidFill>
                  <a:srgbClr val="5E7165"/>
                </a:solidFill>
                <a:latin typeface="Segoe UI" panose="020B0502040204020203" pitchFamily="34" charset="0"/>
              </a:rPr>
              <a:t>o</a:t>
            </a:r>
          </a:p>
        </p:txBody>
      </p:sp>
      <p:sp>
        <p:nvSpPr>
          <p:cNvPr id="33" name="TextBox 32">
            <a:extLst>
              <a:ext uri="{FF2B5EF4-FFF2-40B4-BE49-F238E27FC236}">
                <a16:creationId xmlns:a16="http://schemas.microsoft.com/office/drawing/2014/main" id="{329DE3F5-F178-F77C-FF47-19802EA1F960}"/>
              </a:ext>
            </a:extLst>
          </p:cNvPr>
          <p:cNvSpPr txBox="1"/>
          <p:nvPr/>
        </p:nvSpPr>
        <p:spPr>
          <a:xfrm>
            <a:off x="7213600" y="3340100"/>
            <a:ext cx="203200" cy="241300"/>
          </a:xfrm>
          <a:prstGeom prst="rect">
            <a:avLst/>
          </a:prstGeom>
          <a:noFill/>
        </p:spPr>
        <p:txBody>
          <a:bodyPr vert="horz" wrap="square" lIns="0" tIns="0" rIns="0" bIns="0" rtlCol="0" anchor="t">
            <a:noAutofit/>
          </a:bodyPr>
          <a:lstStyle/>
          <a:p>
            <a:pPr algn="ctr"/>
            <a:r>
              <a:rPr lang="en-US" sz="1300">
                <a:solidFill>
                  <a:srgbClr val="5E7165"/>
                </a:solidFill>
                <a:latin typeface="Segoe UI" panose="020B0502040204020203" pitchFamily="34" charset="0"/>
              </a:rPr>
              <a:t>o</a:t>
            </a:r>
          </a:p>
        </p:txBody>
      </p:sp>
      <p:sp>
        <p:nvSpPr>
          <p:cNvPr id="34" name="Oval 33">
            <a:extLst>
              <a:ext uri="{FF2B5EF4-FFF2-40B4-BE49-F238E27FC236}">
                <a16:creationId xmlns:a16="http://schemas.microsoft.com/office/drawing/2014/main" id="{1D00A333-CE96-E067-9310-7AE728FEEE58}"/>
              </a:ext>
            </a:extLst>
          </p:cNvPr>
          <p:cNvSpPr/>
          <p:nvPr/>
        </p:nvSpPr>
        <p:spPr>
          <a:xfrm>
            <a:off x="5661660" y="4305300"/>
            <a:ext cx="152400" cy="152400"/>
          </a:xfrm>
          <a:prstGeom prst="ellipse">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3339CA04-7C4E-916B-9327-572150D9FCBB}"/>
              </a:ext>
            </a:extLst>
          </p:cNvPr>
          <p:cNvSpPr/>
          <p:nvPr/>
        </p:nvSpPr>
        <p:spPr>
          <a:xfrm>
            <a:off x="6052820" y="4000500"/>
            <a:ext cx="152400" cy="152400"/>
          </a:xfrm>
          <a:prstGeom prst="ellipse">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1671713-7AB4-9948-266A-5812C70D7C1F}"/>
              </a:ext>
            </a:extLst>
          </p:cNvPr>
          <p:cNvSpPr/>
          <p:nvPr/>
        </p:nvSpPr>
        <p:spPr>
          <a:xfrm>
            <a:off x="6835140" y="3695700"/>
            <a:ext cx="152400" cy="152400"/>
          </a:xfrm>
          <a:prstGeom prst="ellipse">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621A7AE8-030F-EF27-92D8-CA803C9C8948}"/>
              </a:ext>
            </a:extLst>
          </p:cNvPr>
          <p:cNvSpPr txBox="1"/>
          <p:nvPr/>
        </p:nvSpPr>
        <p:spPr>
          <a:xfrm>
            <a:off x="4876800" y="4991100"/>
            <a:ext cx="2908300" cy="254000"/>
          </a:xfrm>
          <a:prstGeom prst="rect">
            <a:avLst/>
          </a:prstGeom>
          <a:noFill/>
        </p:spPr>
        <p:txBody>
          <a:bodyPr vert="horz" wrap="square" lIns="0" tIns="0" rIns="0" bIns="0" rtlCol="0" anchor="t">
            <a:noAutofit/>
          </a:bodyPr>
          <a:lstStyle/>
          <a:p>
            <a:pPr algn="ctr"/>
            <a:r>
              <a:rPr lang="en-US" sz="1200">
                <a:solidFill>
                  <a:srgbClr val="5E7165"/>
                </a:solidFill>
                <a:latin typeface="Segoe UI" panose="020B0502040204020203" pitchFamily="34" charset="0"/>
              </a:rPr>
              <a:t>Open shape / x32010</a:t>
            </a:r>
          </a:p>
        </p:txBody>
      </p:sp>
      <p:sp>
        <p:nvSpPr>
          <p:cNvPr id="38" name="Rectangle 37">
            <a:extLst>
              <a:ext uri="{FF2B5EF4-FFF2-40B4-BE49-F238E27FC236}">
                <a16:creationId xmlns:a16="http://schemas.microsoft.com/office/drawing/2014/main" id="{B139FC5C-A7B5-0CF8-ABC5-6574E9DFCFBC}"/>
              </a:ext>
            </a:extLst>
          </p:cNvPr>
          <p:cNvSpPr/>
          <p:nvPr/>
        </p:nvSpPr>
        <p:spPr>
          <a:xfrm>
            <a:off x="8534400" y="3568700"/>
            <a:ext cx="330200" cy="1117600"/>
          </a:xfrm>
          <a:prstGeom prst="rect">
            <a:avLst/>
          </a:prstGeom>
          <a:solidFill>
            <a:srgbClr val="E5F0E8"/>
          </a:solidFill>
          <a:ln w="8890">
            <a:solidFill>
              <a:srgbClr val="5E71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76CF3DE-B6D6-0973-8F89-8D47F435F745}"/>
              </a:ext>
            </a:extLst>
          </p:cNvPr>
          <p:cNvSpPr txBox="1"/>
          <p:nvPr/>
        </p:nvSpPr>
        <p:spPr>
          <a:xfrm>
            <a:off x="8534400" y="4356100"/>
            <a:ext cx="330200" cy="266700"/>
          </a:xfrm>
          <a:prstGeom prst="rect">
            <a:avLst/>
          </a:prstGeom>
          <a:noFill/>
        </p:spPr>
        <p:txBody>
          <a:bodyPr vert="horz" wrap="square" lIns="0" tIns="0" rIns="0" bIns="0" rtlCol="0" anchor="t">
            <a:noAutofit/>
          </a:bodyPr>
          <a:lstStyle/>
          <a:p>
            <a:pPr algn="ctr"/>
            <a:r>
              <a:rPr lang="en-US" sz="1200" b="1">
                <a:solidFill>
                  <a:srgbClr val="226A53"/>
                </a:solidFill>
                <a:latin typeface="Segoe UI" panose="020B0502040204020203" pitchFamily="34" charset="0"/>
              </a:rPr>
              <a:t>C</a:t>
            </a:r>
          </a:p>
        </p:txBody>
      </p:sp>
      <p:sp>
        <p:nvSpPr>
          <p:cNvPr id="40" name="Rectangle 39">
            <a:extLst>
              <a:ext uri="{FF2B5EF4-FFF2-40B4-BE49-F238E27FC236}">
                <a16:creationId xmlns:a16="http://schemas.microsoft.com/office/drawing/2014/main" id="{2400B631-BA62-A25C-2B3F-87835C1545C4}"/>
              </a:ext>
            </a:extLst>
          </p:cNvPr>
          <p:cNvSpPr/>
          <p:nvPr/>
        </p:nvSpPr>
        <p:spPr>
          <a:xfrm>
            <a:off x="8864600" y="3568700"/>
            <a:ext cx="330200" cy="1117600"/>
          </a:xfrm>
          <a:prstGeom prst="rect">
            <a:avLst/>
          </a:prstGeom>
          <a:solidFill>
            <a:srgbClr val="FFFFFF"/>
          </a:solidFill>
          <a:ln w="8890">
            <a:solidFill>
              <a:srgbClr val="5E71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246A413-6324-9A65-C591-1A43E765389F}"/>
              </a:ext>
            </a:extLst>
          </p:cNvPr>
          <p:cNvSpPr/>
          <p:nvPr/>
        </p:nvSpPr>
        <p:spPr>
          <a:xfrm>
            <a:off x="9194800" y="3568700"/>
            <a:ext cx="330200" cy="1117600"/>
          </a:xfrm>
          <a:prstGeom prst="rect">
            <a:avLst/>
          </a:prstGeom>
          <a:solidFill>
            <a:srgbClr val="E5F0E8"/>
          </a:solidFill>
          <a:ln w="8890">
            <a:solidFill>
              <a:srgbClr val="5E71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9EA4F97E-BD79-9CAC-4243-25FF5F3A1E5A}"/>
              </a:ext>
            </a:extLst>
          </p:cNvPr>
          <p:cNvSpPr txBox="1"/>
          <p:nvPr/>
        </p:nvSpPr>
        <p:spPr>
          <a:xfrm>
            <a:off x="9194800" y="4356100"/>
            <a:ext cx="330200" cy="266700"/>
          </a:xfrm>
          <a:prstGeom prst="rect">
            <a:avLst/>
          </a:prstGeom>
          <a:noFill/>
        </p:spPr>
        <p:txBody>
          <a:bodyPr vert="horz" wrap="square" lIns="0" tIns="0" rIns="0" bIns="0" rtlCol="0" anchor="t">
            <a:noAutofit/>
          </a:bodyPr>
          <a:lstStyle/>
          <a:p>
            <a:pPr algn="ctr"/>
            <a:r>
              <a:rPr lang="en-US" sz="1200" b="1">
                <a:solidFill>
                  <a:srgbClr val="226A53"/>
                </a:solidFill>
                <a:latin typeface="Segoe UI" panose="020B0502040204020203" pitchFamily="34" charset="0"/>
              </a:rPr>
              <a:t>E</a:t>
            </a:r>
          </a:p>
        </p:txBody>
      </p:sp>
      <p:sp>
        <p:nvSpPr>
          <p:cNvPr id="43" name="Rectangle 42">
            <a:extLst>
              <a:ext uri="{FF2B5EF4-FFF2-40B4-BE49-F238E27FC236}">
                <a16:creationId xmlns:a16="http://schemas.microsoft.com/office/drawing/2014/main" id="{32D56156-69E9-5915-4D13-01162E282628}"/>
              </a:ext>
            </a:extLst>
          </p:cNvPr>
          <p:cNvSpPr/>
          <p:nvPr/>
        </p:nvSpPr>
        <p:spPr>
          <a:xfrm>
            <a:off x="9525000" y="3568700"/>
            <a:ext cx="330200" cy="1117600"/>
          </a:xfrm>
          <a:prstGeom prst="rect">
            <a:avLst/>
          </a:prstGeom>
          <a:solidFill>
            <a:srgbClr val="FFFFFF"/>
          </a:solidFill>
          <a:ln w="8890">
            <a:solidFill>
              <a:srgbClr val="5E71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EFC8169E-2A0B-47E0-9325-3F3AF4C00A15}"/>
              </a:ext>
            </a:extLst>
          </p:cNvPr>
          <p:cNvSpPr/>
          <p:nvPr/>
        </p:nvSpPr>
        <p:spPr>
          <a:xfrm>
            <a:off x="9855200" y="3568700"/>
            <a:ext cx="330200" cy="1117600"/>
          </a:xfrm>
          <a:prstGeom prst="rect">
            <a:avLst/>
          </a:prstGeom>
          <a:solidFill>
            <a:srgbClr val="E5F0E8"/>
          </a:solidFill>
          <a:ln w="8890">
            <a:solidFill>
              <a:srgbClr val="5E71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8EDF4D40-B67E-FC53-D5CD-7F231BA68876}"/>
              </a:ext>
            </a:extLst>
          </p:cNvPr>
          <p:cNvSpPr txBox="1"/>
          <p:nvPr/>
        </p:nvSpPr>
        <p:spPr>
          <a:xfrm>
            <a:off x="9855200" y="4356100"/>
            <a:ext cx="330200" cy="266700"/>
          </a:xfrm>
          <a:prstGeom prst="rect">
            <a:avLst/>
          </a:prstGeom>
          <a:noFill/>
        </p:spPr>
        <p:txBody>
          <a:bodyPr vert="horz" wrap="square" lIns="0" tIns="0" rIns="0" bIns="0" rtlCol="0" anchor="t">
            <a:noAutofit/>
          </a:bodyPr>
          <a:lstStyle/>
          <a:p>
            <a:pPr algn="ctr"/>
            <a:r>
              <a:rPr lang="en-US" sz="1200" b="1">
                <a:solidFill>
                  <a:srgbClr val="226A53"/>
                </a:solidFill>
                <a:latin typeface="Segoe UI" panose="020B0502040204020203" pitchFamily="34" charset="0"/>
              </a:rPr>
              <a:t>G</a:t>
            </a:r>
          </a:p>
        </p:txBody>
      </p:sp>
      <p:sp>
        <p:nvSpPr>
          <p:cNvPr id="46" name="Rectangle 45">
            <a:extLst>
              <a:ext uri="{FF2B5EF4-FFF2-40B4-BE49-F238E27FC236}">
                <a16:creationId xmlns:a16="http://schemas.microsoft.com/office/drawing/2014/main" id="{009F8886-A62B-0FCD-BD57-3DAD9A278CFD}"/>
              </a:ext>
            </a:extLst>
          </p:cNvPr>
          <p:cNvSpPr/>
          <p:nvPr/>
        </p:nvSpPr>
        <p:spPr>
          <a:xfrm>
            <a:off x="10185400" y="3568700"/>
            <a:ext cx="330200" cy="1117600"/>
          </a:xfrm>
          <a:prstGeom prst="rect">
            <a:avLst/>
          </a:prstGeom>
          <a:solidFill>
            <a:srgbClr val="FFFFFF"/>
          </a:solidFill>
          <a:ln w="8890">
            <a:solidFill>
              <a:srgbClr val="5E71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1F5ABB74-F98C-A54A-07F8-AB97F1E0E757}"/>
              </a:ext>
            </a:extLst>
          </p:cNvPr>
          <p:cNvSpPr/>
          <p:nvPr/>
        </p:nvSpPr>
        <p:spPr>
          <a:xfrm>
            <a:off x="10515600" y="3568700"/>
            <a:ext cx="330200" cy="1117600"/>
          </a:xfrm>
          <a:prstGeom prst="rect">
            <a:avLst/>
          </a:prstGeom>
          <a:solidFill>
            <a:srgbClr val="FFFFFF"/>
          </a:solidFill>
          <a:ln w="8890">
            <a:solidFill>
              <a:srgbClr val="5E71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B3BA5FBB-1744-C211-2158-888DDC2B6076}"/>
              </a:ext>
            </a:extLst>
          </p:cNvPr>
          <p:cNvSpPr/>
          <p:nvPr/>
        </p:nvSpPr>
        <p:spPr>
          <a:xfrm>
            <a:off x="10845800" y="3568700"/>
            <a:ext cx="330200" cy="1117600"/>
          </a:xfrm>
          <a:prstGeom prst="rect">
            <a:avLst/>
          </a:prstGeom>
          <a:solidFill>
            <a:srgbClr val="FFFFFF"/>
          </a:solidFill>
          <a:ln w="8890">
            <a:solidFill>
              <a:srgbClr val="5E71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1050F4D-F238-A060-5F90-28AADB30796A}"/>
              </a:ext>
            </a:extLst>
          </p:cNvPr>
          <p:cNvSpPr/>
          <p:nvPr/>
        </p:nvSpPr>
        <p:spPr>
          <a:xfrm>
            <a:off x="8763000" y="3568700"/>
            <a:ext cx="203200" cy="622300"/>
          </a:xfrm>
          <a:prstGeom prst="rect">
            <a:avLst/>
          </a:prstGeom>
          <a:solidFill>
            <a:srgbClr val="213B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145028B-303A-BE99-0DD9-1E2DEE49DD4E}"/>
              </a:ext>
            </a:extLst>
          </p:cNvPr>
          <p:cNvSpPr/>
          <p:nvPr/>
        </p:nvSpPr>
        <p:spPr>
          <a:xfrm>
            <a:off x="9093200" y="3568700"/>
            <a:ext cx="203200" cy="622300"/>
          </a:xfrm>
          <a:prstGeom prst="rect">
            <a:avLst/>
          </a:prstGeom>
          <a:solidFill>
            <a:srgbClr val="213B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006D5B1-787F-0B7E-6912-0070885109CC}"/>
              </a:ext>
            </a:extLst>
          </p:cNvPr>
          <p:cNvSpPr/>
          <p:nvPr/>
        </p:nvSpPr>
        <p:spPr>
          <a:xfrm>
            <a:off x="9753600" y="3568700"/>
            <a:ext cx="203200" cy="622300"/>
          </a:xfrm>
          <a:prstGeom prst="rect">
            <a:avLst/>
          </a:prstGeom>
          <a:solidFill>
            <a:srgbClr val="213B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7D3F6E3A-7472-9D73-6025-AE2779A92095}"/>
              </a:ext>
            </a:extLst>
          </p:cNvPr>
          <p:cNvSpPr/>
          <p:nvPr/>
        </p:nvSpPr>
        <p:spPr>
          <a:xfrm>
            <a:off x="10083800" y="3568700"/>
            <a:ext cx="203200" cy="622300"/>
          </a:xfrm>
          <a:prstGeom prst="rect">
            <a:avLst/>
          </a:prstGeom>
          <a:solidFill>
            <a:srgbClr val="213B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B51E5F36-77B6-898F-AD7A-44548383B26C}"/>
              </a:ext>
            </a:extLst>
          </p:cNvPr>
          <p:cNvSpPr/>
          <p:nvPr/>
        </p:nvSpPr>
        <p:spPr>
          <a:xfrm>
            <a:off x="10414000" y="3568700"/>
            <a:ext cx="203200" cy="622300"/>
          </a:xfrm>
          <a:prstGeom prst="rect">
            <a:avLst/>
          </a:prstGeom>
          <a:solidFill>
            <a:srgbClr val="213B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D6481DD-BE5F-F7DE-B40D-C44DABB7F4DD}"/>
              </a:ext>
            </a:extLst>
          </p:cNvPr>
          <p:cNvSpPr txBox="1"/>
          <p:nvPr/>
        </p:nvSpPr>
        <p:spPr>
          <a:xfrm>
            <a:off x="8420100" y="4876799"/>
            <a:ext cx="3009900" cy="406400"/>
          </a:xfrm>
          <a:prstGeom prst="rect">
            <a:avLst/>
          </a:prstGeom>
          <a:noFill/>
        </p:spPr>
        <p:txBody>
          <a:bodyPr vert="horz" wrap="square" lIns="0" tIns="0" rIns="0" bIns="0" rtlCol="0" anchor="t">
            <a:noAutofit/>
          </a:bodyPr>
          <a:lstStyle/>
          <a:p>
            <a:pPr algn="ctr"/>
            <a:r>
              <a:rPr lang="en-US" sz="1250">
                <a:solidFill>
                  <a:srgbClr val="5E7165"/>
                </a:solidFill>
                <a:latin typeface="Segoe UI" panose="020B0502040204020203" pitchFamily="34" charset="0"/>
              </a:rPr>
              <a:t>C-E-G or E-G-C: same chord, different voicing.</a:t>
            </a:r>
          </a:p>
        </p:txBody>
      </p:sp>
      <p:sp>
        <p:nvSpPr>
          <p:cNvPr id="55" name="TextBox 54">
            <a:extLst>
              <a:ext uri="{FF2B5EF4-FFF2-40B4-BE49-F238E27FC236}">
                <a16:creationId xmlns:a16="http://schemas.microsoft.com/office/drawing/2014/main" id="{6174F12E-CFC4-E476-38C1-F3BD6582ACB5}"/>
              </a:ext>
            </a:extLst>
          </p:cNvPr>
          <p:cNvSpPr txBox="1"/>
          <p:nvPr/>
        </p:nvSpPr>
        <p:spPr>
          <a:xfrm>
            <a:off x="596900" y="5753099"/>
            <a:ext cx="11023600" cy="406400"/>
          </a:xfrm>
          <a:prstGeom prst="rect">
            <a:avLst/>
          </a:prstGeom>
          <a:noFill/>
        </p:spPr>
        <p:txBody>
          <a:bodyPr vert="horz" wrap="square" lIns="0" tIns="0" rIns="0" bIns="0" rtlCol="0" anchor="t">
            <a:noAutofit/>
          </a:bodyPr>
          <a:lstStyle/>
          <a:p>
            <a:r>
              <a:rPr lang="en-US" sz="2100" b="1">
                <a:solidFill>
                  <a:srgbClr val="226A53"/>
                </a:solidFill>
                <a:latin typeface="Segoe UI" panose="020B0502040204020203" pitchFamily="34" charset="0"/>
              </a:rPr>
              <a:t>Choose a chord, hear it with your melody, and see how to play it.</a:t>
            </a:r>
          </a:p>
        </p:txBody>
      </p:sp>
    </p:spTree>
    <p:extLst>
      <p:ext uri="{BB962C8B-B14F-4D97-AF65-F5344CB8AC3E}">
        <p14:creationId xmlns:p14="http://schemas.microsoft.com/office/powerpoint/2010/main" val="1867615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2CF4C6-AD79-13E5-496A-5EF20F6957ED}"/>
              </a:ext>
            </a:extLst>
          </p:cNvPr>
          <p:cNvSpPr txBox="1"/>
          <p:nvPr/>
        </p:nvSpPr>
        <p:spPr>
          <a:xfrm>
            <a:off x="533400" y="444499"/>
            <a:ext cx="11125200" cy="673100"/>
          </a:xfrm>
          <a:prstGeom prst="rect">
            <a:avLst/>
          </a:prstGeom>
          <a:noFill/>
        </p:spPr>
        <p:txBody>
          <a:bodyPr vert="horz" wrap="square" lIns="0" tIns="0" rIns="0" bIns="0" rtlCol="0" anchor="t">
            <a:noAutofit/>
          </a:bodyPr>
          <a:lstStyle/>
          <a:p>
            <a:r>
              <a:rPr lang="en-US" sz="3200" b="1">
                <a:solidFill>
                  <a:srgbClr val="213B31"/>
                </a:solidFill>
                <a:latin typeface="Segoe UI" panose="020B0502040204020203" pitchFamily="34" charset="0"/>
              </a:rPr>
              <a:t>Chord Workshop: the demo minimum.</a:t>
            </a:r>
          </a:p>
        </p:txBody>
      </p:sp>
      <p:sp>
        <p:nvSpPr>
          <p:cNvPr id="3" name="TextBox 2">
            <a:extLst>
              <a:ext uri="{FF2B5EF4-FFF2-40B4-BE49-F238E27FC236}">
                <a16:creationId xmlns:a16="http://schemas.microsoft.com/office/drawing/2014/main" id="{EF153FAE-D7C8-58D3-51C5-74A3670EFE58}"/>
              </a:ext>
            </a:extLst>
          </p:cNvPr>
          <p:cNvSpPr txBox="1"/>
          <p:nvPr/>
        </p:nvSpPr>
        <p:spPr>
          <a:xfrm>
            <a:off x="558800" y="1193799"/>
            <a:ext cx="11049000" cy="533400"/>
          </a:xfrm>
          <a:prstGeom prst="rect">
            <a:avLst/>
          </a:prstGeom>
          <a:noFill/>
        </p:spPr>
        <p:txBody>
          <a:bodyPr vert="horz" wrap="square" lIns="0" tIns="0" rIns="0" bIns="0" rtlCol="0" anchor="t">
            <a:noAutofit/>
          </a:bodyPr>
          <a:lstStyle/>
          <a:p>
            <a:r>
              <a:rPr lang="en-US" sz="1600">
                <a:solidFill>
                  <a:srgbClr val="5E7165"/>
                </a:solidFill>
                <a:latin typeface="Segoe UI" panose="020B0502040204020203" pitchFamily="34" charset="0"/>
              </a:rPr>
              <a:t>Set a progression, hear it, and use it in the Harmonizer.</a:t>
            </a:r>
          </a:p>
        </p:txBody>
      </p:sp>
      <p:cxnSp>
        <p:nvCxnSpPr>
          <p:cNvPr id="4" name="Straight Connector 3">
            <a:extLst>
              <a:ext uri="{FF2B5EF4-FFF2-40B4-BE49-F238E27FC236}">
                <a16:creationId xmlns:a16="http://schemas.microsoft.com/office/drawing/2014/main" id="{E44C117D-85F3-18C8-AE59-A40D2128CC28}"/>
              </a:ext>
            </a:extLst>
          </p:cNvPr>
          <p:cNvCxnSpPr/>
          <p:nvPr/>
        </p:nvCxnSpPr>
        <p:spPr>
          <a:xfrm>
            <a:off x="533400" y="6426200"/>
            <a:ext cx="11125200" cy="0"/>
          </a:xfrm>
          <a:prstGeom prst="line">
            <a:avLst/>
          </a:prstGeom>
          <a:ln w="8890">
            <a:solidFill>
              <a:srgbClr val="D5DFD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93157BE8-9D7E-17DF-FD14-55DADEFD80F0}"/>
              </a:ext>
            </a:extLst>
          </p:cNvPr>
          <p:cNvSpPr txBox="1"/>
          <p:nvPr/>
        </p:nvSpPr>
        <p:spPr>
          <a:xfrm>
            <a:off x="533400" y="6565900"/>
            <a:ext cx="4191000" cy="177800"/>
          </a:xfrm>
          <a:prstGeom prst="rect">
            <a:avLst/>
          </a:prstGeom>
          <a:noFill/>
        </p:spPr>
        <p:txBody>
          <a:bodyPr vert="horz" wrap="square" lIns="0" tIns="0" rIns="0" bIns="0" rtlCol="0" anchor="t">
            <a:noAutofit/>
          </a:bodyPr>
          <a:lstStyle/>
          <a:p>
            <a:r>
              <a:rPr lang="en-US" sz="950">
                <a:solidFill>
                  <a:srgbClr val="5E7165"/>
                </a:solidFill>
                <a:latin typeface="Segoe UI" panose="020B0502040204020203" pitchFamily="34" charset="0"/>
              </a:rPr>
              <a:t>Songbird  /  Team kickoff  /  14 September 2026</a:t>
            </a:r>
          </a:p>
        </p:txBody>
      </p:sp>
      <p:sp>
        <p:nvSpPr>
          <p:cNvPr id="6" name="TextBox 5">
            <a:extLst>
              <a:ext uri="{FF2B5EF4-FFF2-40B4-BE49-F238E27FC236}">
                <a16:creationId xmlns:a16="http://schemas.microsoft.com/office/drawing/2014/main" id="{335F39B2-E0FB-22B4-DC5D-522540098A1E}"/>
              </a:ext>
            </a:extLst>
          </p:cNvPr>
          <p:cNvSpPr txBox="1"/>
          <p:nvPr/>
        </p:nvSpPr>
        <p:spPr>
          <a:xfrm>
            <a:off x="10998200" y="6553200"/>
            <a:ext cx="660400" cy="190500"/>
          </a:xfrm>
          <a:prstGeom prst="rect">
            <a:avLst/>
          </a:prstGeom>
          <a:noFill/>
        </p:spPr>
        <p:txBody>
          <a:bodyPr vert="horz" wrap="square" lIns="0" tIns="0" rIns="0" bIns="0" rtlCol="0" anchor="t">
            <a:noAutofit/>
          </a:bodyPr>
          <a:lstStyle/>
          <a:p>
            <a:pPr algn="r"/>
            <a:r>
              <a:rPr lang="en-US" sz="1000" b="1">
                <a:solidFill>
                  <a:srgbClr val="5E7165"/>
                </a:solidFill>
                <a:latin typeface="Segoe UI" panose="020B0502040204020203" pitchFamily="34" charset="0"/>
              </a:rPr>
              <a:t>07</a:t>
            </a:r>
          </a:p>
        </p:txBody>
      </p:sp>
      <p:sp>
        <p:nvSpPr>
          <p:cNvPr id="7" name="Rectangle: Rounded Corners 6">
            <a:extLst>
              <a:ext uri="{FF2B5EF4-FFF2-40B4-BE49-F238E27FC236}">
                <a16:creationId xmlns:a16="http://schemas.microsoft.com/office/drawing/2014/main" id="{7060B194-8E4A-59BA-6C47-6F003CFC5E1A}"/>
              </a:ext>
            </a:extLst>
          </p:cNvPr>
          <p:cNvSpPr/>
          <p:nvPr/>
        </p:nvSpPr>
        <p:spPr>
          <a:xfrm>
            <a:off x="584200" y="1841500"/>
            <a:ext cx="2476500" cy="317500"/>
          </a:xfrm>
          <a:prstGeom prst="roundRect">
            <a:avLst>
              <a:gd name="adj" fmla="val 12000"/>
            </a:avLst>
          </a:prstGeom>
          <a:solidFill>
            <a:srgbClr val="E5F0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60E34E3-A825-F8F2-33F7-4742D488EA25}"/>
              </a:ext>
            </a:extLst>
          </p:cNvPr>
          <p:cNvSpPr txBox="1"/>
          <p:nvPr/>
        </p:nvSpPr>
        <p:spPr>
          <a:xfrm>
            <a:off x="685800" y="1905000"/>
            <a:ext cx="2273300" cy="203200"/>
          </a:xfrm>
          <a:prstGeom prst="rect">
            <a:avLst/>
          </a:prstGeom>
          <a:noFill/>
        </p:spPr>
        <p:txBody>
          <a:bodyPr vert="horz" wrap="square" lIns="0" tIns="0" rIns="0" bIns="0" rtlCol="0" anchor="t">
            <a:noAutofit/>
          </a:bodyPr>
          <a:lstStyle/>
          <a:p>
            <a:pPr algn="ctr"/>
            <a:r>
              <a:rPr lang="en-US" sz="1050" b="1">
                <a:solidFill>
                  <a:srgbClr val="226A53"/>
                </a:solidFill>
                <a:latin typeface="Segoe UI" panose="020B0502040204020203" pitchFamily="34" charset="0"/>
              </a:rPr>
              <a:t>BASIC TOOL / DEMO TARGET</a:t>
            </a:r>
          </a:p>
        </p:txBody>
      </p:sp>
      <p:sp>
        <p:nvSpPr>
          <p:cNvPr id="9" name="Rectangle: Rounded Corners 8">
            <a:extLst>
              <a:ext uri="{FF2B5EF4-FFF2-40B4-BE49-F238E27FC236}">
                <a16:creationId xmlns:a16="http://schemas.microsoft.com/office/drawing/2014/main" id="{9E7036A0-39E6-E87B-80D2-5222CE4EB9C6}"/>
              </a:ext>
            </a:extLst>
          </p:cNvPr>
          <p:cNvSpPr/>
          <p:nvPr/>
        </p:nvSpPr>
        <p:spPr>
          <a:xfrm>
            <a:off x="571500" y="2374900"/>
            <a:ext cx="7200900" cy="2565400"/>
          </a:xfrm>
          <a:prstGeom prst="roundRect">
            <a:avLst>
              <a:gd name="adj" fmla="val 12000"/>
            </a:avLst>
          </a:prstGeom>
          <a:solidFill>
            <a:srgbClr val="FFFFFF"/>
          </a:solidFill>
          <a:ln w="8890">
            <a:solidFill>
              <a:srgbClr val="D5DF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B3EA6E0-5ABD-8228-4F19-06E4762AF686}"/>
              </a:ext>
            </a:extLst>
          </p:cNvPr>
          <p:cNvSpPr txBox="1"/>
          <p:nvPr/>
        </p:nvSpPr>
        <p:spPr>
          <a:xfrm>
            <a:off x="800100" y="2552699"/>
            <a:ext cx="3467100" cy="317500"/>
          </a:xfrm>
          <a:prstGeom prst="rect">
            <a:avLst/>
          </a:prstGeom>
          <a:noFill/>
        </p:spPr>
        <p:txBody>
          <a:bodyPr vert="horz" wrap="square" lIns="0" tIns="0" rIns="0" bIns="0" rtlCol="0" anchor="t">
            <a:noAutofit/>
          </a:bodyPr>
          <a:lstStyle/>
          <a:p>
            <a:r>
              <a:rPr lang="en-US" b="1">
                <a:solidFill>
                  <a:srgbClr val="213B31"/>
                </a:solidFill>
                <a:latin typeface="Segoe UI" panose="020B0502040204020203" pitchFamily="34" charset="0"/>
              </a:rPr>
              <a:t>Your progression</a:t>
            </a:r>
          </a:p>
        </p:txBody>
      </p:sp>
      <p:sp>
        <p:nvSpPr>
          <p:cNvPr id="11" name="TextBox 10">
            <a:extLst>
              <a:ext uri="{FF2B5EF4-FFF2-40B4-BE49-F238E27FC236}">
                <a16:creationId xmlns:a16="http://schemas.microsoft.com/office/drawing/2014/main" id="{DEF7CB17-9878-C0B0-33C2-B1A1DA86C7C8}"/>
              </a:ext>
            </a:extLst>
          </p:cNvPr>
          <p:cNvSpPr txBox="1"/>
          <p:nvPr/>
        </p:nvSpPr>
        <p:spPr>
          <a:xfrm>
            <a:off x="5105400" y="2603500"/>
            <a:ext cx="2438400" cy="266700"/>
          </a:xfrm>
          <a:prstGeom prst="rect">
            <a:avLst/>
          </a:prstGeom>
          <a:noFill/>
        </p:spPr>
        <p:txBody>
          <a:bodyPr vert="horz" wrap="square" lIns="0" tIns="0" rIns="0" bIns="0" rtlCol="0" anchor="t">
            <a:noAutofit/>
          </a:bodyPr>
          <a:lstStyle/>
          <a:p>
            <a:pPr algn="r"/>
            <a:r>
              <a:rPr lang="en-US" sz="1200">
                <a:solidFill>
                  <a:srgbClr val="5E7165"/>
                </a:solidFill>
                <a:latin typeface="Segoe UI" panose="020B0502040204020203" pitchFamily="34" charset="0"/>
              </a:rPr>
              <a:t>Example: 96 BPM / 4/4</a:t>
            </a:r>
          </a:p>
        </p:txBody>
      </p:sp>
      <p:sp>
        <p:nvSpPr>
          <p:cNvPr id="12" name="TextBox 11">
            <a:extLst>
              <a:ext uri="{FF2B5EF4-FFF2-40B4-BE49-F238E27FC236}">
                <a16:creationId xmlns:a16="http://schemas.microsoft.com/office/drawing/2014/main" id="{569C5182-F54D-2B20-FAB3-0AED99391E9A}"/>
              </a:ext>
            </a:extLst>
          </p:cNvPr>
          <p:cNvSpPr txBox="1"/>
          <p:nvPr/>
        </p:nvSpPr>
        <p:spPr>
          <a:xfrm>
            <a:off x="812800" y="2997200"/>
            <a:ext cx="1524000" cy="228600"/>
          </a:xfrm>
          <a:prstGeom prst="rect">
            <a:avLst/>
          </a:prstGeom>
          <a:noFill/>
        </p:spPr>
        <p:txBody>
          <a:bodyPr vert="horz" wrap="square" lIns="0" tIns="0" rIns="0" bIns="0" rtlCol="0" anchor="t">
            <a:noAutofit/>
          </a:bodyPr>
          <a:lstStyle/>
          <a:p>
            <a:r>
              <a:rPr lang="en-US" sz="1050" b="1">
                <a:solidFill>
                  <a:srgbClr val="5E7165"/>
                </a:solidFill>
                <a:latin typeface="Segoe UI" panose="020B0502040204020203" pitchFamily="34" charset="0"/>
              </a:rPr>
              <a:t>BAR 1</a:t>
            </a:r>
          </a:p>
        </p:txBody>
      </p:sp>
      <p:sp>
        <p:nvSpPr>
          <p:cNvPr id="13" name="Rectangle: Rounded Corners 12">
            <a:extLst>
              <a:ext uri="{FF2B5EF4-FFF2-40B4-BE49-F238E27FC236}">
                <a16:creationId xmlns:a16="http://schemas.microsoft.com/office/drawing/2014/main" id="{8E80BD90-B7B4-DCF3-3D77-E5B1D5A8BB30}"/>
              </a:ext>
            </a:extLst>
          </p:cNvPr>
          <p:cNvSpPr/>
          <p:nvPr/>
        </p:nvSpPr>
        <p:spPr>
          <a:xfrm>
            <a:off x="812800" y="3276600"/>
            <a:ext cx="1524000" cy="901700"/>
          </a:xfrm>
          <a:prstGeom prst="roundRect">
            <a:avLst>
              <a:gd name="adj" fmla="val 12000"/>
            </a:avLst>
          </a:prstGeom>
          <a:solidFill>
            <a:srgbClr val="E5F0E8"/>
          </a:solidFill>
          <a:ln w="8890">
            <a:solidFill>
              <a:srgbClr val="D5DF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E7AF233-6AF0-809B-5CDC-11C416089D3B}"/>
              </a:ext>
            </a:extLst>
          </p:cNvPr>
          <p:cNvSpPr txBox="1"/>
          <p:nvPr/>
        </p:nvSpPr>
        <p:spPr>
          <a:xfrm>
            <a:off x="965200" y="3327399"/>
            <a:ext cx="1219200" cy="457200"/>
          </a:xfrm>
          <a:prstGeom prst="rect">
            <a:avLst/>
          </a:prstGeom>
          <a:noFill/>
        </p:spPr>
        <p:txBody>
          <a:bodyPr vert="horz" wrap="square" lIns="0" tIns="0" rIns="0" bIns="0" rtlCol="0" anchor="t">
            <a:noAutofit/>
          </a:bodyPr>
          <a:lstStyle/>
          <a:p>
            <a:r>
              <a:rPr lang="en-US" sz="2700" b="1">
                <a:solidFill>
                  <a:srgbClr val="226A53"/>
                </a:solidFill>
                <a:latin typeface="Segoe UI" panose="020B0502040204020203" pitchFamily="34" charset="0"/>
              </a:rPr>
              <a:t>C</a:t>
            </a:r>
          </a:p>
        </p:txBody>
      </p:sp>
      <p:sp>
        <p:nvSpPr>
          <p:cNvPr id="15" name="TextBox 14">
            <a:extLst>
              <a:ext uri="{FF2B5EF4-FFF2-40B4-BE49-F238E27FC236}">
                <a16:creationId xmlns:a16="http://schemas.microsoft.com/office/drawing/2014/main" id="{A538E7C8-F11D-962B-F065-E8A5242E68A3}"/>
              </a:ext>
            </a:extLst>
          </p:cNvPr>
          <p:cNvSpPr txBox="1"/>
          <p:nvPr/>
        </p:nvSpPr>
        <p:spPr>
          <a:xfrm>
            <a:off x="977900" y="3898900"/>
            <a:ext cx="1193800" cy="228600"/>
          </a:xfrm>
          <a:prstGeom prst="rect">
            <a:avLst/>
          </a:prstGeom>
          <a:noFill/>
        </p:spPr>
        <p:txBody>
          <a:bodyPr vert="horz" wrap="square" lIns="0" tIns="0" rIns="0" bIns="0" rtlCol="0" anchor="t">
            <a:noAutofit/>
          </a:bodyPr>
          <a:lstStyle/>
          <a:p>
            <a:r>
              <a:rPr lang="en-US" sz="1200">
                <a:solidFill>
                  <a:srgbClr val="5E7165"/>
                </a:solidFill>
                <a:latin typeface="Segoe UI" panose="020B0502040204020203" pitchFamily="34" charset="0"/>
              </a:rPr>
              <a:t>1 bar</a:t>
            </a:r>
          </a:p>
        </p:txBody>
      </p:sp>
      <p:sp>
        <p:nvSpPr>
          <p:cNvPr id="16" name="TextBox 15">
            <a:extLst>
              <a:ext uri="{FF2B5EF4-FFF2-40B4-BE49-F238E27FC236}">
                <a16:creationId xmlns:a16="http://schemas.microsoft.com/office/drawing/2014/main" id="{A68C8252-2E9E-61C3-CE7C-FFA4AE4AF303}"/>
              </a:ext>
            </a:extLst>
          </p:cNvPr>
          <p:cNvSpPr txBox="1"/>
          <p:nvPr/>
        </p:nvSpPr>
        <p:spPr>
          <a:xfrm>
            <a:off x="2514600" y="2997200"/>
            <a:ext cx="1524000" cy="228600"/>
          </a:xfrm>
          <a:prstGeom prst="rect">
            <a:avLst/>
          </a:prstGeom>
          <a:noFill/>
        </p:spPr>
        <p:txBody>
          <a:bodyPr vert="horz" wrap="square" lIns="0" tIns="0" rIns="0" bIns="0" rtlCol="0" anchor="t">
            <a:noAutofit/>
          </a:bodyPr>
          <a:lstStyle/>
          <a:p>
            <a:r>
              <a:rPr lang="en-US" sz="1050" b="1">
                <a:solidFill>
                  <a:srgbClr val="5E7165"/>
                </a:solidFill>
                <a:latin typeface="Segoe UI" panose="020B0502040204020203" pitchFamily="34" charset="0"/>
              </a:rPr>
              <a:t>BAR 2</a:t>
            </a:r>
          </a:p>
        </p:txBody>
      </p:sp>
      <p:sp>
        <p:nvSpPr>
          <p:cNvPr id="17" name="Rectangle: Rounded Corners 16">
            <a:extLst>
              <a:ext uri="{FF2B5EF4-FFF2-40B4-BE49-F238E27FC236}">
                <a16:creationId xmlns:a16="http://schemas.microsoft.com/office/drawing/2014/main" id="{7B6BC8D4-5B3F-149E-C7C8-A211153FB59D}"/>
              </a:ext>
            </a:extLst>
          </p:cNvPr>
          <p:cNvSpPr/>
          <p:nvPr/>
        </p:nvSpPr>
        <p:spPr>
          <a:xfrm>
            <a:off x="2514600" y="3276600"/>
            <a:ext cx="1524000" cy="901700"/>
          </a:xfrm>
          <a:prstGeom prst="roundRect">
            <a:avLst>
              <a:gd name="adj" fmla="val 12000"/>
            </a:avLst>
          </a:prstGeom>
          <a:solidFill>
            <a:srgbClr val="E5F0E8"/>
          </a:solidFill>
          <a:ln w="8890">
            <a:solidFill>
              <a:srgbClr val="D5DF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CAA0934-7918-CBD9-19D5-3C813437DE29}"/>
              </a:ext>
            </a:extLst>
          </p:cNvPr>
          <p:cNvSpPr txBox="1"/>
          <p:nvPr/>
        </p:nvSpPr>
        <p:spPr>
          <a:xfrm>
            <a:off x="2667000" y="3327399"/>
            <a:ext cx="1219200" cy="457200"/>
          </a:xfrm>
          <a:prstGeom prst="rect">
            <a:avLst/>
          </a:prstGeom>
          <a:noFill/>
        </p:spPr>
        <p:txBody>
          <a:bodyPr vert="horz" wrap="square" lIns="0" tIns="0" rIns="0" bIns="0" rtlCol="0" anchor="t">
            <a:noAutofit/>
          </a:bodyPr>
          <a:lstStyle/>
          <a:p>
            <a:r>
              <a:rPr lang="en-US" sz="2700" b="1">
                <a:solidFill>
                  <a:srgbClr val="226A53"/>
                </a:solidFill>
                <a:latin typeface="Segoe UI" panose="020B0502040204020203" pitchFamily="34" charset="0"/>
              </a:rPr>
              <a:t>Am</a:t>
            </a:r>
          </a:p>
        </p:txBody>
      </p:sp>
      <p:sp>
        <p:nvSpPr>
          <p:cNvPr id="19" name="TextBox 18">
            <a:extLst>
              <a:ext uri="{FF2B5EF4-FFF2-40B4-BE49-F238E27FC236}">
                <a16:creationId xmlns:a16="http://schemas.microsoft.com/office/drawing/2014/main" id="{265DDB96-C4C2-B528-FC98-ABEEFF2DC518}"/>
              </a:ext>
            </a:extLst>
          </p:cNvPr>
          <p:cNvSpPr txBox="1"/>
          <p:nvPr/>
        </p:nvSpPr>
        <p:spPr>
          <a:xfrm>
            <a:off x="2679700" y="3898900"/>
            <a:ext cx="1193800" cy="228600"/>
          </a:xfrm>
          <a:prstGeom prst="rect">
            <a:avLst/>
          </a:prstGeom>
          <a:noFill/>
        </p:spPr>
        <p:txBody>
          <a:bodyPr vert="horz" wrap="square" lIns="0" tIns="0" rIns="0" bIns="0" rtlCol="0" anchor="t">
            <a:noAutofit/>
          </a:bodyPr>
          <a:lstStyle/>
          <a:p>
            <a:r>
              <a:rPr lang="en-US" sz="1200">
                <a:solidFill>
                  <a:srgbClr val="5E7165"/>
                </a:solidFill>
                <a:latin typeface="Segoe UI" panose="020B0502040204020203" pitchFamily="34" charset="0"/>
              </a:rPr>
              <a:t>1 bar</a:t>
            </a:r>
          </a:p>
        </p:txBody>
      </p:sp>
      <p:sp>
        <p:nvSpPr>
          <p:cNvPr id="20" name="TextBox 19">
            <a:extLst>
              <a:ext uri="{FF2B5EF4-FFF2-40B4-BE49-F238E27FC236}">
                <a16:creationId xmlns:a16="http://schemas.microsoft.com/office/drawing/2014/main" id="{47B0BB60-4D33-7DD6-5F2B-A4BD97154690}"/>
              </a:ext>
            </a:extLst>
          </p:cNvPr>
          <p:cNvSpPr txBox="1"/>
          <p:nvPr/>
        </p:nvSpPr>
        <p:spPr>
          <a:xfrm>
            <a:off x="4216400" y="2997200"/>
            <a:ext cx="1524000" cy="228600"/>
          </a:xfrm>
          <a:prstGeom prst="rect">
            <a:avLst/>
          </a:prstGeom>
          <a:noFill/>
        </p:spPr>
        <p:txBody>
          <a:bodyPr vert="horz" wrap="square" lIns="0" tIns="0" rIns="0" bIns="0" rtlCol="0" anchor="t">
            <a:noAutofit/>
          </a:bodyPr>
          <a:lstStyle/>
          <a:p>
            <a:r>
              <a:rPr lang="en-US" sz="1050" b="1">
                <a:solidFill>
                  <a:srgbClr val="5E7165"/>
                </a:solidFill>
                <a:latin typeface="Segoe UI" panose="020B0502040204020203" pitchFamily="34" charset="0"/>
              </a:rPr>
              <a:t>BAR 3</a:t>
            </a:r>
          </a:p>
        </p:txBody>
      </p:sp>
      <p:sp>
        <p:nvSpPr>
          <p:cNvPr id="21" name="Rectangle: Rounded Corners 20">
            <a:extLst>
              <a:ext uri="{FF2B5EF4-FFF2-40B4-BE49-F238E27FC236}">
                <a16:creationId xmlns:a16="http://schemas.microsoft.com/office/drawing/2014/main" id="{18735DF6-FD00-A39A-50E3-C4A23528E633}"/>
              </a:ext>
            </a:extLst>
          </p:cNvPr>
          <p:cNvSpPr/>
          <p:nvPr/>
        </p:nvSpPr>
        <p:spPr>
          <a:xfrm>
            <a:off x="4216400" y="3276600"/>
            <a:ext cx="1524000" cy="901700"/>
          </a:xfrm>
          <a:prstGeom prst="roundRect">
            <a:avLst>
              <a:gd name="adj" fmla="val 12000"/>
            </a:avLst>
          </a:prstGeom>
          <a:solidFill>
            <a:srgbClr val="E5F0E8"/>
          </a:solidFill>
          <a:ln w="8890">
            <a:solidFill>
              <a:srgbClr val="D5DF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3955AC7-36DF-DC87-8146-3001A7E22C15}"/>
              </a:ext>
            </a:extLst>
          </p:cNvPr>
          <p:cNvSpPr txBox="1"/>
          <p:nvPr/>
        </p:nvSpPr>
        <p:spPr>
          <a:xfrm>
            <a:off x="4368800" y="3327399"/>
            <a:ext cx="1219200" cy="457200"/>
          </a:xfrm>
          <a:prstGeom prst="rect">
            <a:avLst/>
          </a:prstGeom>
          <a:noFill/>
        </p:spPr>
        <p:txBody>
          <a:bodyPr vert="horz" wrap="square" lIns="0" tIns="0" rIns="0" bIns="0" rtlCol="0" anchor="t">
            <a:noAutofit/>
          </a:bodyPr>
          <a:lstStyle/>
          <a:p>
            <a:r>
              <a:rPr lang="en-US" sz="2700" b="1">
                <a:solidFill>
                  <a:srgbClr val="226A53"/>
                </a:solidFill>
                <a:latin typeface="Segoe UI" panose="020B0502040204020203" pitchFamily="34" charset="0"/>
              </a:rPr>
              <a:t>F</a:t>
            </a:r>
          </a:p>
        </p:txBody>
      </p:sp>
      <p:sp>
        <p:nvSpPr>
          <p:cNvPr id="23" name="TextBox 22">
            <a:extLst>
              <a:ext uri="{FF2B5EF4-FFF2-40B4-BE49-F238E27FC236}">
                <a16:creationId xmlns:a16="http://schemas.microsoft.com/office/drawing/2014/main" id="{1F79C991-098D-02E4-C4BB-09A0CEE8C962}"/>
              </a:ext>
            </a:extLst>
          </p:cNvPr>
          <p:cNvSpPr txBox="1"/>
          <p:nvPr/>
        </p:nvSpPr>
        <p:spPr>
          <a:xfrm>
            <a:off x="4381500" y="3898900"/>
            <a:ext cx="1193800" cy="228600"/>
          </a:xfrm>
          <a:prstGeom prst="rect">
            <a:avLst/>
          </a:prstGeom>
          <a:noFill/>
        </p:spPr>
        <p:txBody>
          <a:bodyPr vert="horz" wrap="square" lIns="0" tIns="0" rIns="0" bIns="0" rtlCol="0" anchor="t">
            <a:noAutofit/>
          </a:bodyPr>
          <a:lstStyle/>
          <a:p>
            <a:r>
              <a:rPr lang="en-US" sz="1200">
                <a:solidFill>
                  <a:srgbClr val="5E7165"/>
                </a:solidFill>
                <a:latin typeface="Segoe UI" panose="020B0502040204020203" pitchFamily="34" charset="0"/>
              </a:rPr>
              <a:t>1 bar</a:t>
            </a:r>
          </a:p>
        </p:txBody>
      </p:sp>
      <p:sp>
        <p:nvSpPr>
          <p:cNvPr id="24" name="TextBox 23">
            <a:extLst>
              <a:ext uri="{FF2B5EF4-FFF2-40B4-BE49-F238E27FC236}">
                <a16:creationId xmlns:a16="http://schemas.microsoft.com/office/drawing/2014/main" id="{D1919078-0541-9636-0B59-11B6ABE5E5E6}"/>
              </a:ext>
            </a:extLst>
          </p:cNvPr>
          <p:cNvSpPr txBox="1"/>
          <p:nvPr/>
        </p:nvSpPr>
        <p:spPr>
          <a:xfrm>
            <a:off x="5918200" y="2997200"/>
            <a:ext cx="1524000" cy="228600"/>
          </a:xfrm>
          <a:prstGeom prst="rect">
            <a:avLst/>
          </a:prstGeom>
          <a:noFill/>
        </p:spPr>
        <p:txBody>
          <a:bodyPr vert="horz" wrap="square" lIns="0" tIns="0" rIns="0" bIns="0" rtlCol="0" anchor="t">
            <a:noAutofit/>
          </a:bodyPr>
          <a:lstStyle/>
          <a:p>
            <a:r>
              <a:rPr lang="en-US" sz="1050" b="1">
                <a:solidFill>
                  <a:srgbClr val="5E7165"/>
                </a:solidFill>
                <a:latin typeface="Segoe UI" panose="020B0502040204020203" pitchFamily="34" charset="0"/>
              </a:rPr>
              <a:t>BAR 4</a:t>
            </a:r>
          </a:p>
        </p:txBody>
      </p:sp>
      <p:sp>
        <p:nvSpPr>
          <p:cNvPr id="25" name="Rectangle: Rounded Corners 24">
            <a:extLst>
              <a:ext uri="{FF2B5EF4-FFF2-40B4-BE49-F238E27FC236}">
                <a16:creationId xmlns:a16="http://schemas.microsoft.com/office/drawing/2014/main" id="{0ED915E0-1524-EDD6-2EFE-03D19168DF1B}"/>
              </a:ext>
            </a:extLst>
          </p:cNvPr>
          <p:cNvSpPr/>
          <p:nvPr/>
        </p:nvSpPr>
        <p:spPr>
          <a:xfrm>
            <a:off x="5918200" y="3276600"/>
            <a:ext cx="1524000" cy="901700"/>
          </a:xfrm>
          <a:prstGeom prst="roundRect">
            <a:avLst>
              <a:gd name="adj" fmla="val 12000"/>
            </a:avLst>
          </a:prstGeom>
          <a:solidFill>
            <a:srgbClr val="E5F0E8"/>
          </a:solidFill>
          <a:ln w="8890">
            <a:solidFill>
              <a:srgbClr val="D5DF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68CBFEC-1032-8C51-B522-61DD63D74A32}"/>
              </a:ext>
            </a:extLst>
          </p:cNvPr>
          <p:cNvSpPr txBox="1"/>
          <p:nvPr/>
        </p:nvSpPr>
        <p:spPr>
          <a:xfrm>
            <a:off x="6070600" y="3327399"/>
            <a:ext cx="1219200" cy="457200"/>
          </a:xfrm>
          <a:prstGeom prst="rect">
            <a:avLst/>
          </a:prstGeom>
          <a:noFill/>
        </p:spPr>
        <p:txBody>
          <a:bodyPr vert="horz" wrap="square" lIns="0" tIns="0" rIns="0" bIns="0" rtlCol="0" anchor="t">
            <a:noAutofit/>
          </a:bodyPr>
          <a:lstStyle/>
          <a:p>
            <a:r>
              <a:rPr lang="en-US" sz="2700" b="1">
                <a:solidFill>
                  <a:srgbClr val="226A53"/>
                </a:solidFill>
                <a:latin typeface="Segoe UI" panose="020B0502040204020203" pitchFamily="34" charset="0"/>
              </a:rPr>
              <a:t>G</a:t>
            </a:r>
          </a:p>
        </p:txBody>
      </p:sp>
      <p:sp>
        <p:nvSpPr>
          <p:cNvPr id="27" name="TextBox 26">
            <a:extLst>
              <a:ext uri="{FF2B5EF4-FFF2-40B4-BE49-F238E27FC236}">
                <a16:creationId xmlns:a16="http://schemas.microsoft.com/office/drawing/2014/main" id="{7E439316-DA78-0972-9193-5AA931992194}"/>
              </a:ext>
            </a:extLst>
          </p:cNvPr>
          <p:cNvSpPr txBox="1"/>
          <p:nvPr/>
        </p:nvSpPr>
        <p:spPr>
          <a:xfrm>
            <a:off x="6083300" y="3898900"/>
            <a:ext cx="1193800" cy="228600"/>
          </a:xfrm>
          <a:prstGeom prst="rect">
            <a:avLst/>
          </a:prstGeom>
          <a:noFill/>
        </p:spPr>
        <p:txBody>
          <a:bodyPr vert="horz" wrap="square" lIns="0" tIns="0" rIns="0" bIns="0" rtlCol="0" anchor="t">
            <a:noAutofit/>
          </a:bodyPr>
          <a:lstStyle/>
          <a:p>
            <a:r>
              <a:rPr lang="en-US" sz="1200">
                <a:solidFill>
                  <a:srgbClr val="5E7165"/>
                </a:solidFill>
                <a:latin typeface="Segoe UI" panose="020B0502040204020203" pitchFamily="34" charset="0"/>
              </a:rPr>
              <a:t>1 bar</a:t>
            </a:r>
          </a:p>
        </p:txBody>
      </p:sp>
      <p:sp>
        <p:nvSpPr>
          <p:cNvPr id="28" name="TextBox 27">
            <a:extLst>
              <a:ext uri="{FF2B5EF4-FFF2-40B4-BE49-F238E27FC236}">
                <a16:creationId xmlns:a16="http://schemas.microsoft.com/office/drawing/2014/main" id="{3C013F7F-8F19-A144-6D4D-F14430ACE308}"/>
              </a:ext>
            </a:extLst>
          </p:cNvPr>
          <p:cNvSpPr txBox="1"/>
          <p:nvPr/>
        </p:nvSpPr>
        <p:spPr>
          <a:xfrm>
            <a:off x="800100" y="4444999"/>
            <a:ext cx="5499100" cy="304800"/>
          </a:xfrm>
          <a:prstGeom prst="rect">
            <a:avLst/>
          </a:prstGeom>
          <a:noFill/>
        </p:spPr>
        <p:txBody>
          <a:bodyPr vert="horz" wrap="square" lIns="0" tIns="0" rIns="0" bIns="0" rtlCol="0" anchor="t">
            <a:noAutofit/>
          </a:bodyPr>
          <a:lstStyle/>
          <a:p>
            <a:r>
              <a:rPr lang="en-US" sz="1600">
                <a:solidFill>
                  <a:srgbClr val="5E7165"/>
                </a:solidFill>
                <a:latin typeface="Segoe UI" panose="020B0502040204020203" pitchFamily="34" charset="0"/>
              </a:rPr>
              <a:t>Start from your chords or a preset.</a:t>
            </a:r>
          </a:p>
        </p:txBody>
      </p:sp>
      <p:sp>
        <p:nvSpPr>
          <p:cNvPr id="29" name="Rectangle: Rounded Corners 28">
            <a:extLst>
              <a:ext uri="{FF2B5EF4-FFF2-40B4-BE49-F238E27FC236}">
                <a16:creationId xmlns:a16="http://schemas.microsoft.com/office/drawing/2014/main" id="{1A33AD99-51B4-666D-AA85-51DAE4FA9EF4}"/>
              </a:ext>
            </a:extLst>
          </p:cNvPr>
          <p:cNvSpPr/>
          <p:nvPr/>
        </p:nvSpPr>
        <p:spPr>
          <a:xfrm>
            <a:off x="6565900" y="4381500"/>
            <a:ext cx="990600" cy="368300"/>
          </a:xfrm>
          <a:prstGeom prst="roundRect">
            <a:avLst>
              <a:gd name="adj" fmla="val 12000"/>
            </a:avLst>
          </a:prstGeom>
          <a:solidFill>
            <a:srgbClr val="226A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B181F52-2411-8707-E3A7-A4CE55163AFE}"/>
              </a:ext>
            </a:extLst>
          </p:cNvPr>
          <p:cNvSpPr txBox="1"/>
          <p:nvPr/>
        </p:nvSpPr>
        <p:spPr>
          <a:xfrm>
            <a:off x="6616700" y="4457700"/>
            <a:ext cx="889000" cy="228600"/>
          </a:xfrm>
          <a:prstGeom prst="rect">
            <a:avLst/>
          </a:prstGeom>
          <a:noFill/>
        </p:spPr>
        <p:txBody>
          <a:bodyPr vert="horz" wrap="square" lIns="0" tIns="0" rIns="0" bIns="0" rtlCol="0" anchor="t">
            <a:noAutofit/>
          </a:bodyPr>
          <a:lstStyle/>
          <a:p>
            <a:pPr algn="ctr"/>
            <a:r>
              <a:rPr lang="en-US" sz="1100" b="1">
                <a:solidFill>
                  <a:srgbClr val="FFFFFF"/>
                </a:solidFill>
                <a:latin typeface="Segoe UI" panose="020B0502040204020203" pitchFamily="34" charset="0"/>
              </a:rPr>
              <a:t>+ Chord</a:t>
            </a:r>
          </a:p>
        </p:txBody>
      </p:sp>
      <p:cxnSp>
        <p:nvCxnSpPr>
          <p:cNvPr id="31" name="Straight Connector 30">
            <a:extLst>
              <a:ext uri="{FF2B5EF4-FFF2-40B4-BE49-F238E27FC236}">
                <a16:creationId xmlns:a16="http://schemas.microsoft.com/office/drawing/2014/main" id="{720E8722-36CD-898E-0A34-63EAC38BA05F}"/>
              </a:ext>
            </a:extLst>
          </p:cNvPr>
          <p:cNvCxnSpPr/>
          <p:nvPr/>
        </p:nvCxnSpPr>
        <p:spPr>
          <a:xfrm>
            <a:off x="7975600" y="3632200"/>
            <a:ext cx="546100" cy="0"/>
          </a:xfrm>
          <a:prstGeom prst="line">
            <a:avLst/>
          </a:prstGeom>
          <a:ln w="19050">
            <a:solidFill>
              <a:srgbClr val="226A53"/>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1EE8560-532A-066E-403C-397DA9B8E546}"/>
              </a:ext>
            </a:extLst>
          </p:cNvPr>
          <p:cNvCxnSpPr/>
          <p:nvPr/>
        </p:nvCxnSpPr>
        <p:spPr>
          <a:xfrm>
            <a:off x="8445500" y="3568700"/>
            <a:ext cx="76200" cy="63500"/>
          </a:xfrm>
          <a:prstGeom prst="line">
            <a:avLst/>
          </a:prstGeom>
          <a:ln w="19050">
            <a:solidFill>
              <a:srgbClr val="226A53"/>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830903D8-9F33-5AE1-492A-9F8C2CEE36E2}"/>
              </a:ext>
            </a:extLst>
          </p:cNvPr>
          <p:cNvCxnSpPr/>
          <p:nvPr/>
        </p:nvCxnSpPr>
        <p:spPr>
          <a:xfrm flipV="1">
            <a:off x="8445500" y="3632200"/>
            <a:ext cx="76200" cy="63500"/>
          </a:xfrm>
          <a:prstGeom prst="line">
            <a:avLst/>
          </a:prstGeom>
          <a:ln w="19050">
            <a:solidFill>
              <a:srgbClr val="226A53"/>
            </a:solidFill>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632226A4-82AC-CF13-4459-1E9324969D5D}"/>
              </a:ext>
            </a:extLst>
          </p:cNvPr>
          <p:cNvSpPr/>
          <p:nvPr/>
        </p:nvSpPr>
        <p:spPr>
          <a:xfrm>
            <a:off x="8737600" y="2679700"/>
            <a:ext cx="2908300" cy="1993900"/>
          </a:xfrm>
          <a:prstGeom prst="roundRect">
            <a:avLst>
              <a:gd name="adj" fmla="val 12000"/>
            </a:avLst>
          </a:prstGeom>
          <a:solidFill>
            <a:srgbClr val="E5F0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2A91257-A31E-EB1D-EE9F-A3B69177E1B6}"/>
              </a:ext>
            </a:extLst>
          </p:cNvPr>
          <p:cNvSpPr txBox="1"/>
          <p:nvPr/>
        </p:nvSpPr>
        <p:spPr>
          <a:xfrm>
            <a:off x="8953500" y="2908299"/>
            <a:ext cx="2489200" cy="431800"/>
          </a:xfrm>
          <a:prstGeom prst="rect">
            <a:avLst/>
          </a:prstGeom>
          <a:noFill/>
        </p:spPr>
        <p:txBody>
          <a:bodyPr vert="horz" wrap="square" lIns="0" tIns="0" rIns="0" bIns="0" rtlCol="0" anchor="t">
            <a:noAutofit/>
          </a:bodyPr>
          <a:lstStyle/>
          <a:p>
            <a:r>
              <a:rPr lang="en-US" sz="2300" b="1">
                <a:solidFill>
                  <a:srgbClr val="213B31"/>
                </a:solidFill>
                <a:latin typeface="Segoe UI" panose="020B0502040204020203" pitchFamily="34" charset="0"/>
              </a:rPr>
              <a:t>Harmonizer</a:t>
            </a:r>
          </a:p>
        </p:txBody>
      </p:sp>
      <p:sp>
        <p:nvSpPr>
          <p:cNvPr id="36" name="TextBox 35">
            <a:extLst>
              <a:ext uri="{FF2B5EF4-FFF2-40B4-BE49-F238E27FC236}">
                <a16:creationId xmlns:a16="http://schemas.microsoft.com/office/drawing/2014/main" id="{13DA9EE6-F8C7-6CCB-237E-27E74AF54BB6}"/>
              </a:ext>
            </a:extLst>
          </p:cNvPr>
          <p:cNvSpPr txBox="1"/>
          <p:nvPr/>
        </p:nvSpPr>
        <p:spPr>
          <a:xfrm>
            <a:off x="8966200" y="3505199"/>
            <a:ext cx="2476500" cy="850900"/>
          </a:xfrm>
          <a:prstGeom prst="rect">
            <a:avLst/>
          </a:prstGeom>
          <a:noFill/>
        </p:spPr>
        <p:txBody>
          <a:bodyPr vert="horz" wrap="square" lIns="0" tIns="0" rIns="0" bIns="0" rtlCol="0" anchor="t">
            <a:noAutofit/>
          </a:bodyPr>
          <a:lstStyle/>
          <a:p>
            <a:r>
              <a:rPr lang="en-US" sz="1600">
                <a:solidFill>
                  <a:srgbClr val="5E7165"/>
                </a:solidFill>
                <a:latin typeface="Segoe UI" panose="020B0502040204020203" pitchFamily="34" charset="0"/>
              </a:rPr>
              <a:t>Uses the chord names
and their timing under
the melody.</a:t>
            </a:r>
          </a:p>
        </p:txBody>
      </p:sp>
      <p:sp>
        <p:nvSpPr>
          <p:cNvPr id="37" name="TextBox 36">
            <a:extLst>
              <a:ext uri="{FF2B5EF4-FFF2-40B4-BE49-F238E27FC236}">
                <a16:creationId xmlns:a16="http://schemas.microsoft.com/office/drawing/2014/main" id="{60482CB5-813E-9BDF-F3CE-F9B0722D50D6}"/>
              </a:ext>
            </a:extLst>
          </p:cNvPr>
          <p:cNvSpPr txBox="1"/>
          <p:nvPr/>
        </p:nvSpPr>
        <p:spPr>
          <a:xfrm>
            <a:off x="8750300" y="4813299"/>
            <a:ext cx="2895600" cy="292100"/>
          </a:xfrm>
          <a:prstGeom prst="rect">
            <a:avLst/>
          </a:prstGeom>
          <a:noFill/>
        </p:spPr>
        <p:txBody>
          <a:bodyPr vert="horz" wrap="square" lIns="0" tIns="0" rIns="0" bIns="0" rtlCol="0" anchor="t">
            <a:noAutofit/>
          </a:bodyPr>
          <a:lstStyle/>
          <a:p>
            <a:pPr algn="ctr"/>
            <a:r>
              <a:rPr lang="en-US" sz="1400" b="1">
                <a:solidFill>
                  <a:srgbClr val="226A53"/>
                </a:solidFill>
                <a:latin typeface="Segoe UI" panose="020B0502040204020203" pitchFamily="34" charset="0"/>
              </a:rPr>
              <a:t>Same song. No re-entry.</a:t>
            </a:r>
          </a:p>
        </p:txBody>
      </p:sp>
      <p:sp>
        <p:nvSpPr>
          <p:cNvPr id="38" name="TextBox 37">
            <a:extLst>
              <a:ext uri="{FF2B5EF4-FFF2-40B4-BE49-F238E27FC236}">
                <a16:creationId xmlns:a16="http://schemas.microsoft.com/office/drawing/2014/main" id="{D2593A26-35D7-CC2A-800A-1707B9C1A0EB}"/>
              </a:ext>
            </a:extLst>
          </p:cNvPr>
          <p:cNvSpPr txBox="1"/>
          <p:nvPr/>
        </p:nvSpPr>
        <p:spPr>
          <a:xfrm>
            <a:off x="609600" y="5372099"/>
            <a:ext cx="3390900" cy="381000"/>
          </a:xfrm>
          <a:prstGeom prst="rect">
            <a:avLst/>
          </a:prstGeom>
          <a:noFill/>
        </p:spPr>
        <p:txBody>
          <a:bodyPr vert="horz" wrap="square" lIns="0" tIns="0" rIns="0" bIns="0" rtlCol="0" anchor="t">
            <a:noAutofit/>
          </a:bodyPr>
          <a:lstStyle/>
          <a:p>
            <a:r>
              <a:rPr lang="en-US" sz="2000" b="1">
                <a:solidFill>
                  <a:srgbClr val="213B31"/>
                </a:solidFill>
                <a:latin typeface="Segoe UI" panose="020B0502040204020203" pitchFamily="34" charset="0"/>
              </a:rPr>
              <a:t>Edit chords + timing</a:t>
            </a:r>
          </a:p>
        </p:txBody>
      </p:sp>
      <p:sp>
        <p:nvSpPr>
          <p:cNvPr id="39" name="TextBox 38">
            <a:extLst>
              <a:ext uri="{FF2B5EF4-FFF2-40B4-BE49-F238E27FC236}">
                <a16:creationId xmlns:a16="http://schemas.microsoft.com/office/drawing/2014/main" id="{E19E9288-0E33-C3AB-A31A-4026722C9059}"/>
              </a:ext>
            </a:extLst>
          </p:cNvPr>
          <p:cNvSpPr txBox="1"/>
          <p:nvPr/>
        </p:nvSpPr>
        <p:spPr>
          <a:xfrm>
            <a:off x="622300" y="5829299"/>
            <a:ext cx="3365500" cy="444500"/>
          </a:xfrm>
          <a:prstGeom prst="rect">
            <a:avLst/>
          </a:prstGeom>
          <a:noFill/>
        </p:spPr>
        <p:txBody>
          <a:bodyPr vert="horz" wrap="square" lIns="0" tIns="0" rIns="0" bIns="0" rtlCol="0" anchor="t">
            <a:noAutofit/>
          </a:bodyPr>
          <a:lstStyle/>
          <a:p>
            <a:r>
              <a:rPr lang="en-US" sz="1400">
                <a:solidFill>
                  <a:srgbClr val="5E7165"/>
                </a:solidFill>
                <a:latin typeface="Segoe UI" panose="020B0502040204020203" pitchFamily="34" charset="0"/>
              </a:rPr>
              <a:t>Add, change, reorder, remove.
Set a length for each chord.</a:t>
            </a:r>
          </a:p>
        </p:txBody>
      </p:sp>
      <p:sp>
        <p:nvSpPr>
          <p:cNvPr id="40" name="TextBox 39">
            <a:extLst>
              <a:ext uri="{FF2B5EF4-FFF2-40B4-BE49-F238E27FC236}">
                <a16:creationId xmlns:a16="http://schemas.microsoft.com/office/drawing/2014/main" id="{41F7EDDA-28F3-3385-86DC-BA22262883DD}"/>
              </a:ext>
            </a:extLst>
          </p:cNvPr>
          <p:cNvSpPr txBox="1"/>
          <p:nvPr/>
        </p:nvSpPr>
        <p:spPr>
          <a:xfrm>
            <a:off x="4432300" y="5372099"/>
            <a:ext cx="3390900" cy="381000"/>
          </a:xfrm>
          <a:prstGeom prst="rect">
            <a:avLst/>
          </a:prstGeom>
          <a:noFill/>
        </p:spPr>
        <p:txBody>
          <a:bodyPr vert="horz" wrap="square" lIns="0" tIns="0" rIns="0" bIns="0" rtlCol="0" anchor="t">
            <a:noAutofit/>
          </a:bodyPr>
          <a:lstStyle/>
          <a:p>
            <a:r>
              <a:rPr lang="en-US" sz="2000" b="1">
                <a:solidFill>
                  <a:srgbClr val="213B31"/>
                </a:solidFill>
                <a:latin typeface="Segoe UI" panose="020B0502040204020203" pitchFamily="34" charset="0"/>
              </a:rPr>
              <a:t>Audition with piano</a:t>
            </a:r>
          </a:p>
        </p:txBody>
      </p:sp>
      <p:sp>
        <p:nvSpPr>
          <p:cNvPr id="41" name="TextBox 40">
            <a:extLst>
              <a:ext uri="{FF2B5EF4-FFF2-40B4-BE49-F238E27FC236}">
                <a16:creationId xmlns:a16="http://schemas.microsoft.com/office/drawing/2014/main" id="{D8DB2672-867D-D0A1-2D32-9FF9882AFC68}"/>
              </a:ext>
            </a:extLst>
          </p:cNvPr>
          <p:cNvSpPr txBox="1"/>
          <p:nvPr/>
        </p:nvSpPr>
        <p:spPr>
          <a:xfrm>
            <a:off x="4445000" y="5829299"/>
            <a:ext cx="3365500" cy="444500"/>
          </a:xfrm>
          <a:prstGeom prst="rect">
            <a:avLst/>
          </a:prstGeom>
          <a:noFill/>
        </p:spPr>
        <p:txBody>
          <a:bodyPr vert="horz" wrap="square" lIns="0" tIns="0" rIns="0" bIns="0" rtlCol="0" anchor="t">
            <a:noAutofit/>
          </a:bodyPr>
          <a:lstStyle/>
          <a:p>
            <a:r>
              <a:rPr lang="en-US" sz="1400">
                <a:solidFill>
                  <a:srgbClr val="5E7165"/>
                </a:solidFill>
                <a:latin typeface="Segoe UI" panose="020B0502040204020203" pitchFamily="34" charset="0"/>
              </a:rPr>
              <a:t>Hear chords with the melody.
Loop the phrase while choosing.</a:t>
            </a:r>
          </a:p>
        </p:txBody>
      </p:sp>
      <p:sp>
        <p:nvSpPr>
          <p:cNvPr id="42" name="TextBox 41">
            <a:extLst>
              <a:ext uri="{FF2B5EF4-FFF2-40B4-BE49-F238E27FC236}">
                <a16:creationId xmlns:a16="http://schemas.microsoft.com/office/drawing/2014/main" id="{95C14399-12FC-48BA-6AFD-C251056DF4AB}"/>
              </a:ext>
            </a:extLst>
          </p:cNvPr>
          <p:cNvSpPr txBox="1"/>
          <p:nvPr/>
        </p:nvSpPr>
        <p:spPr>
          <a:xfrm>
            <a:off x="8255000" y="5372099"/>
            <a:ext cx="3390900" cy="381000"/>
          </a:xfrm>
          <a:prstGeom prst="rect">
            <a:avLst/>
          </a:prstGeom>
          <a:noFill/>
        </p:spPr>
        <p:txBody>
          <a:bodyPr vert="horz" wrap="square" lIns="0" tIns="0" rIns="0" bIns="0" rtlCol="0" anchor="t">
            <a:noAutofit/>
          </a:bodyPr>
          <a:lstStyle/>
          <a:p>
            <a:r>
              <a:rPr lang="en-US" sz="2000" b="1">
                <a:solidFill>
                  <a:srgbClr val="213B31"/>
                </a:solidFill>
                <a:latin typeface="Segoe UI" panose="020B0502040204020203" pitchFamily="34" charset="0"/>
              </a:rPr>
              <a:t>Use it for harmonies</a:t>
            </a:r>
          </a:p>
        </p:txBody>
      </p:sp>
      <p:sp>
        <p:nvSpPr>
          <p:cNvPr id="43" name="TextBox 42">
            <a:extLst>
              <a:ext uri="{FF2B5EF4-FFF2-40B4-BE49-F238E27FC236}">
                <a16:creationId xmlns:a16="http://schemas.microsoft.com/office/drawing/2014/main" id="{496D96CB-B890-2855-BF80-F5FBA690691E}"/>
              </a:ext>
            </a:extLst>
          </p:cNvPr>
          <p:cNvSpPr txBox="1"/>
          <p:nvPr/>
        </p:nvSpPr>
        <p:spPr>
          <a:xfrm>
            <a:off x="8267700" y="5829299"/>
            <a:ext cx="3365500" cy="444500"/>
          </a:xfrm>
          <a:prstGeom prst="rect">
            <a:avLst/>
          </a:prstGeom>
          <a:noFill/>
        </p:spPr>
        <p:txBody>
          <a:bodyPr vert="horz" wrap="square" lIns="0" tIns="0" rIns="0" bIns="0" rtlCol="0" anchor="t">
            <a:noAutofit/>
          </a:bodyPr>
          <a:lstStyle/>
          <a:p>
            <a:r>
              <a:rPr lang="en-US" sz="1400">
                <a:solidFill>
                  <a:srgbClr val="5E7165"/>
                </a:solidFill>
                <a:latin typeface="Segoe UI" panose="020B0502040204020203" pitchFamily="34" charset="0"/>
              </a:rPr>
              <a:t>Share the progression directly.
Keep control of regeneration.</a:t>
            </a:r>
          </a:p>
        </p:txBody>
      </p:sp>
    </p:spTree>
    <p:extLst>
      <p:ext uri="{BB962C8B-B14F-4D97-AF65-F5344CB8AC3E}">
        <p14:creationId xmlns:p14="http://schemas.microsoft.com/office/powerpoint/2010/main" val="3573959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2364</Words>
  <Application>Microsoft Office PowerPoint</Application>
  <PresentationFormat>Custom</PresentationFormat>
  <Paragraphs>205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Jordan Bluehdorn</dc:creator>
  <cp:lastModifiedBy>Jordan Bluehdorn</cp:lastModifiedBy>
  <cp:revision>1</cp:revision>
  <dcterms:created xsi:type="dcterms:W3CDTF">2026-09-14T18:04:06Z</dcterms:created>
  <dcterms:modified xsi:type="dcterms:W3CDTF">2026-09-14T18:04:06Z</dcterms:modified>
</cp:coreProperties>
</file>